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076136361" r:id="rId2"/>
    <p:sldId id="2076136362" r:id="rId3"/>
    <p:sldId id="2076136320" r:id="rId4"/>
    <p:sldId id="2076136360" r:id="rId5"/>
    <p:sldId id="2076136358" r:id="rId6"/>
    <p:sldId id="2076136313" r:id="rId7"/>
  </p:sldIdLst>
  <p:sldSz cx="9144000" cy="5143500" type="screen16x9"/>
  <p:notesSz cx="6858000" cy="9144000"/>
  <p:embeddedFontLst>
    <p:embeddedFont>
      <p:font typeface="Segoe UI Semibold (Headings)" panose="020B0604020202020204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Poppins" panose="020B0604020202020204" charset="0"/>
      <p:regular r:id="rId17"/>
      <p:bold r:id="rId18"/>
      <p:italic r:id="rId19"/>
      <p:boldItalic r:id="rId20"/>
    </p:embeddedFont>
    <p:embeddedFont>
      <p:font typeface="Segoe UI Black" panose="020B0A02040204020203" pitchFamily="34" charset="0"/>
      <p:bold r:id="rId21"/>
      <p:boldItalic r:id="rId22"/>
    </p:embeddedFont>
    <p:embeddedFont>
      <p:font typeface="Rubik Light" panose="020B0604020202020204" charset="0"/>
      <p:regular r:id="rId23"/>
      <p:bold r:id="rId24"/>
      <p:italic r:id="rId25"/>
      <p:boldItalic r:id="rId26"/>
    </p:embeddedFont>
    <p:embeddedFont>
      <p:font typeface="Poppins Light" panose="020B0604020202020204" charset="0"/>
      <p:regular r:id="rId27"/>
      <p:italic r:id="rId28"/>
    </p:embeddedFont>
    <p:embeddedFont>
      <p:font typeface="Segoe UI Light" panose="020B0502040204020203" pitchFamily="34" charset="0"/>
      <p:regular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610" autoAdjust="0"/>
  </p:normalViewPr>
  <p:slideViewPr>
    <p:cSldViewPr snapToGrid="0">
      <p:cViewPr varScale="1">
        <p:scale>
          <a:sx n="79" d="100"/>
          <a:sy n="79" d="100"/>
        </p:scale>
        <p:origin x="9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8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6.svg"/><Relationship Id="rId1" Type="http://schemas.openxmlformats.org/officeDocument/2006/relationships/image" Target="../media/image11.png"/><Relationship Id="rId6" Type="http://schemas.openxmlformats.org/officeDocument/2006/relationships/image" Target="../media/image20.svg"/><Relationship Id="rId5" Type="http://schemas.openxmlformats.org/officeDocument/2006/relationships/image" Target="../media/image13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6.svg"/><Relationship Id="rId1" Type="http://schemas.openxmlformats.org/officeDocument/2006/relationships/image" Target="../media/image11.png"/><Relationship Id="rId6" Type="http://schemas.openxmlformats.org/officeDocument/2006/relationships/image" Target="../media/image20.svg"/><Relationship Id="rId5" Type="http://schemas.openxmlformats.org/officeDocument/2006/relationships/image" Target="../media/image13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2279FB-F9A2-4C63-8036-159ED8100F2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AEEF82-24D0-41EE-B4E3-4BDADB84DD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Meetups</a:t>
          </a:r>
        </a:p>
      </dgm:t>
    </dgm:pt>
    <dgm:pt modelId="{E0652196-15E1-4405-B607-503FF3977711}" type="parTrans" cxnId="{BD4C0B61-D0B3-4DFE-8038-50260989A832}">
      <dgm:prSet/>
      <dgm:spPr/>
      <dgm:t>
        <a:bodyPr/>
        <a:lstStyle/>
        <a:p>
          <a:endParaRPr lang="en-US"/>
        </a:p>
      </dgm:t>
    </dgm:pt>
    <dgm:pt modelId="{AA26660C-F101-4A03-8401-6DF652B2E9FD}" type="sibTrans" cxnId="{BD4C0B61-D0B3-4DFE-8038-50260989A832}">
      <dgm:prSet/>
      <dgm:spPr/>
      <dgm:t>
        <a:bodyPr/>
        <a:lstStyle/>
        <a:p>
          <a:endParaRPr lang="en-US"/>
        </a:p>
      </dgm:t>
    </dgm:pt>
    <dgm:pt modelId="{3CE8C8AD-C04C-430A-91D4-A0087B9C70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Network of Beginners, Professionals &amp; Experts</a:t>
          </a:r>
        </a:p>
      </dgm:t>
    </dgm:pt>
    <dgm:pt modelId="{FD64C687-88A4-46D1-A963-1DA5011F12F2}" type="parTrans" cxnId="{8E8EE2BD-E30E-4ACB-9C57-1B70F692E76A}">
      <dgm:prSet/>
      <dgm:spPr/>
      <dgm:t>
        <a:bodyPr/>
        <a:lstStyle/>
        <a:p>
          <a:endParaRPr lang="en-US"/>
        </a:p>
      </dgm:t>
    </dgm:pt>
    <dgm:pt modelId="{3AB9E390-4933-4A06-B44E-F332D92AF949}" type="sibTrans" cxnId="{8E8EE2BD-E30E-4ACB-9C57-1B70F692E76A}">
      <dgm:prSet/>
      <dgm:spPr/>
      <dgm:t>
        <a:bodyPr/>
        <a:lstStyle/>
        <a:p>
          <a:endParaRPr lang="en-US"/>
        </a:p>
      </dgm:t>
    </dgm:pt>
    <dgm:pt modelId="{EE98422C-FF8E-480E-AC18-6A4223FAE0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Azure Cert Study Jam</a:t>
          </a:r>
        </a:p>
      </dgm:t>
    </dgm:pt>
    <dgm:pt modelId="{EF29C25A-ABFD-4750-A8D6-08CCF4FCA9AE}" type="parTrans" cxnId="{FA65E353-4AFB-458A-B0CD-9F197DC6E8A8}">
      <dgm:prSet/>
      <dgm:spPr/>
      <dgm:t>
        <a:bodyPr/>
        <a:lstStyle/>
        <a:p>
          <a:endParaRPr lang="en-US"/>
        </a:p>
      </dgm:t>
    </dgm:pt>
    <dgm:pt modelId="{D6F9AFF5-823D-468B-A310-80D3556728F6}" type="sibTrans" cxnId="{FA65E353-4AFB-458A-B0CD-9F197DC6E8A8}">
      <dgm:prSet/>
      <dgm:spPr/>
      <dgm:t>
        <a:bodyPr/>
        <a:lstStyle/>
        <a:p>
          <a:endParaRPr lang="en-US"/>
        </a:p>
      </dgm:t>
    </dgm:pt>
    <dgm:pt modelId="{AE2A4D25-0448-4ACA-82E7-9E929966DF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CSR Activities</a:t>
          </a:r>
        </a:p>
      </dgm:t>
    </dgm:pt>
    <dgm:pt modelId="{0EA5ECA6-E17B-4EA8-A243-5CDF9990B736}" type="parTrans" cxnId="{56C6F4B4-5D12-4CD7-AA87-93A74C0735BB}">
      <dgm:prSet/>
      <dgm:spPr/>
      <dgm:t>
        <a:bodyPr/>
        <a:lstStyle/>
        <a:p>
          <a:endParaRPr lang="en-US"/>
        </a:p>
      </dgm:t>
    </dgm:pt>
    <dgm:pt modelId="{C5343C43-7C98-45EA-9244-A9BB5DF12A29}" type="sibTrans" cxnId="{56C6F4B4-5D12-4CD7-AA87-93A74C0735BB}">
      <dgm:prSet/>
      <dgm:spPr/>
      <dgm:t>
        <a:bodyPr/>
        <a:lstStyle/>
        <a:p>
          <a:endParaRPr lang="en-US"/>
        </a:p>
      </dgm:t>
    </dgm:pt>
    <dgm:pt modelId="{00A15217-21BA-4FB2-974C-6774D08EF452}" type="pres">
      <dgm:prSet presAssocID="{452279FB-F9A2-4C63-8036-159ED8100F27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D3EB8E53-1FCC-4C49-AB6D-DBA136B7D30A}" type="pres">
      <dgm:prSet presAssocID="{0DAEEF82-24D0-41EE-B4E3-4BDADB84DDDD}" presName="compNode" presStyleCnt="0"/>
      <dgm:spPr/>
    </dgm:pt>
    <dgm:pt modelId="{3C58206B-2659-4FCC-B2E3-457FA1F57794}" type="pres">
      <dgm:prSet presAssocID="{0DAEEF82-24D0-41EE-B4E3-4BDADB84DDDD}" presName="iconRect" presStyleLbl="node1" presStyleIdx="0" presStyleCnt="4" custLinFactNeighborX="-4009" custLinFactNeighborY="2031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822E947-31B7-4F45-8501-C39027786175}" type="pres">
      <dgm:prSet presAssocID="{0DAEEF82-24D0-41EE-B4E3-4BDADB84DDDD}" presName="spaceRect" presStyleCnt="0"/>
      <dgm:spPr/>
    </dgm:pt>
    <dgm:pt modelId="{109EE232-3330-4E13-93B6-1DCEAEC485BC}" type="pres">
      <dgm:prSet presAssocID="{0DAEEF82-24D0-41EE-B4E3-4BDADB84DDDD}" presName="textRect" presStyleLbl="revTx" presStyleIdx="0" presStyleCnt="4" custLinFactNeighborX="-93888" custLinFactNeighborY="-1341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4760ED48-758F-45FB-9D3F-85A6AB578467}" type="pres">
      <dgm:prSet presAssocID="{AA26660C-F101-4A03-8401-6DF652B2E9FD}" presName="sibTrans" presStyleCnt="0"/>
      <dgm:spPr/>
    </dgm:pt>
    <dgm:pt modelId="{CD346430-CD13-4940-9756-B042A677A4C2}" type="pres">
      <dgm:prSet presAssocID="{3CE8C8AD-C04C-430A-91D4-A0087B9C70F1}" presName="compNode" presStyleCnt="0"/>
      <dgm:spPr/>
    </dgm:pt>
    <dgm:pt modelId="{75791870-2289-4B0C-B400-7D9A7ECFBCAE}" type="pres">
      <dgm:prSet presAssocID="{3CE8C8AD-C04C-430A-91D4-A0087B9C70F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70D14D6D-B84E-43BB-B85F-DEB89E0CC2EE}" type="pres">
      <dgm:prSet presAssocID="{3CE8C8AD-C04C-430A-91D4-A0087B9C70F1}" presName="spaceRect" presStyleCnt="0"/>
      <dgm:spPr/>
    </dgm:pt>
    <dgm:pt modelId="{577DE939-9596-4EC8-88B5-458703019989}" type="pres">
      <dgm:prSet presAssocID="{3CE8C8AD-C04C-430A-91D4-A0087B9C70F1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36133790-FA38-4749-9E13-7614B4591322}" type="pres">
      <dgm:prSet presAssocID="{3AB9E390-4933-4A06-B44E-F332D92AF949}" presName="sibTrans" presStyleCnt="0"/>
      <dgm:spPr/>
    </dgm:pt>
    <dgm:pt modelId="{6C84245E-C3C5-4116-8F6A-8131BB4D5834}" type="pres">
      <dgm:prSet presAssocID="{EE98422C-FF8E-480E-AC18-6A4223FAE074}" presName="compNode" presStyleCnt="0"/>
      <dgm:spPr/>
    </dgm:pt>
    <dgm:pt modelId="{7F9BAFA7-A49C-4FE5-A0FF-856267DA0995}" type="pres">
      <dgm:prSet presAssocID="{EE98422C-FF8E-480E-AC18-6A4223FAE074}" presName="iconRect" presStyleLbl="node1" presStyleIdx="2" presStyleCnt="4" custLinFactNeighborX="14142" custLinFactNeighborY="-989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A3C9A23-6FF2-40C6-B221-0273CD7982DE}" type="pres">
      <dgm:prSet presAssocID="{EE98422C-FF8E-480E-AC18-6A4223FAE074}" presName="spaceRect" presStyleCnt="0"/>
      <dgm:spPr/>
    </dgm:pt>
    <dgm:pt modelId="{7952E1BD-B452-4113-9727-7FCF81661EB2}" type="pres">
      <dgm:prSet presAssocID="{EE98422C-FF8E-480E-AC18-6A4223FAE074}" presName="textRect" presStyleLbl="revTx" presStyleIdx="2" presStyleCnt="4" custLinFactNeighborX="6364" custLinFactNeighborY="-1113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  <dgm:pt modelId="{CA6364DB-FE69-48FA-A57F-309CD58A502C}" type="pres">
      <dgm:prSet presAssocID="{D6F9AFF5-823D-468B-A310-80D3556728F6}" presName="sibTrans" presStyleCnt="0"/>
      <dgm:spPr/>
    </dgm:pt>
    <dgm:pt modelId="{F637253B-3A0D-40C9-A4A6-2C98C63537CF}" type="pres">
      <dgm:prSet presAssocID="{AE2A4D25-0448-4ACA-82E7-9E929966DF67}" presName="compNode" presStyleCnt="0"/>
      <dgm:spPr/>
    </dgm:pt>
    <dgm:pt modelId="{35128AF3-CDF2-4596-A7D9-9B2CCF907B5B}" type="pres">
      <dgm:prSet presAssocID="{AE2A4D25-0448-4ACA-82E7-9E929966DF6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hand with solid fill"/>
        </a:ext>
      </dgm:extLst>
    </dgm:pt>
    <dgm:pt modelId="{32AA8948-0328-4EAE-8EEE-44F47588D64F}" type="pres">
      <dgm:prSet presAssocID="{AE2A4D25-0448-4ACA-82E7-9E929966DF67}" presName="spaceRect" presStyleCnt="0"/>
      <dgm:spPr/>
    </dgm:pt>
    <dgm:pt modelId="{3C84B468-E453-4A51-9830-AE3EAF62C543}" type="pres">
      <dgm:prSet presAssocID="{AE2A4D25-0448-4ACA-82E7-9E929966DF67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6C6F4B4-5D12-4CD7-AA87-93A74C0735BB}" srcId="{452279FB-F9A2-4C63-8036-159ED8100F27}" destId="{AE2A4D25-0448-4ACA-82E7-9E929966DF67}" srcOrd="3" destOrd="0" parTransId="{0EA5ECA6-E17B-4EA8-A243-5CDF9990B736}" sibTransId="{C5343C43-7C98-45EA-9244-A9BB5DF12A29}"/>
    <dgm:cxn modelId="{FA65E353-4AFB-458A-B0CD-9F197DC6E8A8}" srcId="{452279FB-F9A2-4C63-8036-159ED8100F27}" destId="{EE98422C-FF8E-480E-AC18-6A4223FAE074}" srcOrd="2" destOrd="0" parTransId="{EF29C25A-ABFD-4750-A8D6-08CCF4FCA9AE}" sibTransId="{D6F9AFF5-823D-468B-A310-80D3556728F6}"/>
    <dgm:cxn modelId="{E6610695-327D-4485-9F2B-0C7AA3925C46}" type="presOf" srcId="{452279FB-F9A2-4C63-8036-159ED8100F27}" destId="{00A15217-21BA-4FB2-974C-6774D08EF452}" srcOrd="0" destOrd="0" presId="urn:microsoft.com/office/officeart/2018/2/layout/IconLabelList"/>
    <dgm:cxn modelId="{91B267D0-2C56-4539-979F-AB4BF1B88C85}" type="presOf" srcId="{0DAEEF82-24D0-41EE-B4E3-4BDADB84DDDD}" destId="{109EE232-3330-4E13-93B6-1DCEAEC485BC}" srcOrd="0" destOrd="0" presId="urn:microsoft.com/office/officeart/2018/2/layout/IconLabelList"/>
    <dgm:cxn modelId="{BD4C0B61-D0B3-4DFE-8038-50260989A832}" srcId="{452279FB-F9A2-4C63-8036-159ED8100F27}" destId="{0DAEEF82-24D0-41EE-B4E3-4BDADB84DDDD}" srcOrd="0" destOrd="0" parTransId="{E0652196-15E1-4405-B607-503FF3977711}" sibTransId="{AA26660C-F101-4A03-8401-6DF652B2E9FD}"/>
    <dgm:cxn modelId="{8E8EE2BD-E30E-4ACB-9C57-1B70F692E76A}" srcId="{452279FB-F9A2-4C63-8036-159ED8100F27}" destId="{3CE8C8AD-C04C-430A-91D4-A0087B9C70F1}" srcOrd="1" destOrd="0" parTransId="{FD64C687-88A4-46D1-A963-1DA5011F12F2}" sibTransId="{3AB9E390-4933-4A06-B44E-F332D92AF949}"/>
    <dgm:cxn modelId="{F91E8F2D-C3C0-4932-86FC-28B0164EBFE9}" type="presOf" srcId="{AE2A4D25-0448-4ACA-82E7-9E929966DF67}" destId="{3C84B468-E453-4A51-9830-AE3EAF62C543}" srcOrd="0" destOrd="0" presId="urn:microsoft.com/office/officeart/2018/2/layout/IconLabelList"/>
    <dgm:cxn modelId="{17AD4F4B-837D-4324-AEE8-F298454810E2}" type="presOf" srcId="{EE98422C-FF8E-480E-AC18-6A4223FAE074}" destId="{7952E1BD-B452-4113-9727-7FCF81661EB2}" srcOrd="0" destOrd="0" presId="urn:microsoft.com/office/officeart/2018/2/layout/IconLabelList"/>
    <dgm:cxn modelId="{BCC22E01-EE1B-4D88-9F17-FA63B538F9A1}" type="presOf" srcId="{3CE8C8AD-C04C-430A-91D4-A0087B9C70F1}" destId="{577DE939-9596-4EC8-88B5-458703019989}" srcOrd="0" destOrd="0" presId="urn:microsoft.com/office/officeart/2018/2/layout/IconLabelList"/>
    <dgm:cxn modelId="{A3991151-EBCE-4870-A2A0-891ECAB16F81}" type="presParOf" srcId="{00A15217-21BA-4FB2-974C-6774D08EF452}" destId="{D3EB8E53-1FCC-4C49-AB6D-DBA136B7D30A}" srcOrd="0" destOrd="0" presId="urn:microsoft.com/office/officeart/2018/2/layout/IconLabelList"/>
    <dgm:cxn modelId="{8F714056-9ABA-4EAE-A975-1680B14C9692}" type="presParOf" srcId="{D3EB8E53-1FCC-4C49-AB6D-DBA136B7D30A}" destId="{3C58206B-2659-4FCC-B2E3-457FA1F57794}" srcOrd="0" destOrd="0" presId="urn:microsoft.com/office/officeart/2018/2/layout/IconLabelList"/>
    <dgm:cxn modelId="{A6AD41A0-F0BA-4DCC-A0A7-3A26E85486CE}" type="presParOf" srcId="{D3EB8E53-1FCC-4C49-AB6D-DBA136B7D30A}" destId="{9822E947-31B7-4F45-8501-C39027786175}" srcOrd="1" destOrd="0" presId="urn:microsoft.com/office/officeart/2018/2/layout/IconLabelList"/>
    <dgm:cxn modelId="{B4CE0E72-DEC8-4420-B6D6-C659FBC9DE4D}" type="presParOf" srcId="{D3EB8E53-1FCC-4C49-AB6D-DBA136B7D30A}" destId="{109EE232-3330-4E13-93B6-1DCEAEC485BC}" srcOrd="2" destOrd="0" presId="urn:microsoft.com/office/officeart/2018/2/layout/IconLabelList"/>
    <dgm:cxn modelId="{EBF7003D-1A78-4B1B-80FB-00950D3E3178}" type="presParOf" srcId="{00A15217-21BA-4FB2-974C-6774D08EF452}" destId="{4760ED48-758F-45FB-9D3F-85A6AB578467}" srcOrd="1" destOrd="0" presId="urn:microsoft.com/office/officeart/2018/2/layout/IconLabelList"/>
    <dgm:cxn modelId="{264FC453-AE1B-4F08-B741-BC877824161C}" type="presParOf" srcId="{00A15217-21BA-4FB2-974C-6774D08EF452}" destId="{CD346430-CD13-4940-9756-B042A677A4C2}" srcOrd="2" destOrd="0" presId="urn:microsoft.com/office/officeart/2018/2/layout/IconLabelList"/>
    <dgm:cxn modelId="{29ECE285-727E-45D1-9F66-455A3AFC5F06}" type="presParOf" srcId="{CD346430-CD13-4940-9756-B042A677A4C2}" destId="{75791870-2289-4B0C-B400-7D9A7ECFBCAE}" srcOrd="0" destOrd="0" presId="urn:microsoft.com/office/officeart/2018/2/layout/IconLabelList"/>
    <dgm:cxn modelId="{D24EBCEB-BF69-46DC-9B47-62706EADA204}" type="presParOf" srcId="{CD346430-CD13-4940-9756-B042A677A4C2}" destId="{70D14D6D-B84E-43BB-B85F-DEB89E0CC2EE}" srcOrd="1" destOrd="0" presId="urn:microsoft.com/office/officeart/2018/2/layout/IconLabelList"/>
    <dgm:cxn modelId="{5A777960-5B6C-4C68-8CC0-BC8AD15688CE}" type="presParOf" srcId="{CD346430-CD13-4940-9756-B042A677A4C2}" destId="{577DE939-9596-4EC8-88B5-458703019989}" srcOrd="2" destOrd="0" presId="urn:microsoft.com/office/officeart/2018/2/layout/IconLabelList"/>
    <dgm:cxn modelId="{2E346F35-AC6E-4EA7-9B47-1B9407FB5435}" type="presParOf" srcId="{00A15217-21BA-4FB2-974C-6774D08EF452}" destId="{36133790-FA38-4749-9E13-7614B4591322}" srcOrd="3" destOrd="0" presId="urn:microsoft.com/office/officeart/2018/2/layout/IconLabelList"/>
    <dgm:cxn modelId="{5F7BB9BD-0B2E-44DE-8CA6-1D1B6267BE37}" type="presParOf" srcId="{00A15217-21BA-4FB2-974C-6774D08EF452}" destId="{6C84245E-C3C5-4116-8F6A-8131BB4D5834}" srcOrd="4" destOrd="0" presId="urn:microsoft.com/office/officeart/2018/2/layout/IconLabelList"/>
    <dgm:cxn modelId="{35DCFA96-BCA2-469C-9617-E0B9F664B4B1}" type="presParOf" srcId="{6C84245E-C3C5-4116-8F6A-8131BB4D5834}" destId="{7F9BAFA7-A49C-4FE5-A0FF-856267DA0995}" srcOrd="0" destOrd="0" presId="urn:microsoft.com/office/officeart/2018/2/layout/IconLabelList"/>
    <dgm:cxn modelId="{B0A16EED-ED83-409D-A4EF-87E60DB16295}" type="presParOf" srcId="{6C84245E-C3C5-4116-8F6A-8131BB4D5834}" destId="{AA3C9A23-6FF2-40C6-B221-0273CD7982DE}" srcOrd="1" destOrd="0" presId="urn:microsoft.com/office/officeart/2018/2/layout/IconLabelList"/>
    <dgm:cxn modelId="{BF148752-809C-45BB-AC2B-BA17BC349BF2}" type="presParOf" srcId="{6C84245E-C3C5-4116-8F6A-8131BB4D5834}" destId="{7952E1BD-B452-4113-9727-7FCF81661EB2}" srcOrd="2" destOrd="0" presId="urn:microsoft.com/office/officeart/2018/2/layout/IconLabelList"/>
    <dgm:cxn modelId="{3FC39058-E6C5-4568-8AEE-C0A3772C6FB9}" type="presParOf" srcId="{00A15217-21BA-4FB2-974C-6774D08EF452}" destId="{CA6364DB-FE69-48FA-A57F-309CD58A502C}" srcOrd="5" destOrd="0" presId="urn:microsoft.com/office/officeart/2018/2/layout/IconLabelList"/>
    <dgm:cxn modelId="{50212FCB-F1FD-4CFA-9B90-826994AC4142}" type="presParOf" srcId="{00A15217-21BA-4FB2-974C-6774D08EF452}" destId="{F637253B-3A0D-40C9-A4A6-2C98C63537CF}" srcOrd="6" destOrd="0" presId="urn:microsoft.com/office/officeart/2018/2/layout/IconLabelList"/>
    <dgm:cxn modelId="{A2000E9D-B7FF-45FD-8CE4-F89E79B086E5}" type="presParOf" srcId="{F637253B-3A0D-40C9-A4A6-2C98C63537CF}" destId="{35128AF3-CDF2-4596-A7D9-9B2CCF907B5B}" srcOrd="0" destOrd="0" presId="urn:microsoft.com/office/officeart/2018/2/layout/IconLabelList"/>
    <dgm:cxn modelId="{B71A5E2F-131A-4B62-A154-4DA09D40AA64}" type="presParOf" srcId="{F637253B-3A0D-40C9-A4A6-2C98C63537CF}" destId="{32AA8948-0328-4EAE-8EEE-44F47588D64F}" srcOrd="1" destOrd="0" presId="urn:microsoft.com/office/officeart/2018/2/layout/IconLabelList"/>
    <dgm:cxn modelId="{04760CF5-7A4E-4A8C-9B4A-467E4B21DA1F}" type="presParOf" srcId="{F637253B-3A0D-40C9-A4A6-2C98C63537CF}" destId="{3C84B468-E453-4A51-9830-AE3EAF62C5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8206B-2659-4FCC-B2E3-457FA1F57794}">
      <dsp:nvSpPr>
        <dsp:cNvPr id="0" name=""/>
        <dsp:cNvSpPr/>
      </dsp:nvSpPr>
      <dsp:spPr>
        <a:xfrm>
          <a:off x="483478" y="705205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EE232-3330-4E13-93B6-1DCEAEC485BC}">
      <dsp:nvSpPr>
        <dsp:cNvPr id="0" name=""/>
        <dsp:cNvSpPr/>
      </dsp:nvSpPr>
      <dsp:spPr>
        <a:xfrm>
          <a:off x="0" y="1611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Meetups</a:t>
          </a:r>
        </a:p>
      </dsp:txBody>
      <dsp:txXfrm>
        <a:off x="0" y="1611094"/>
        <a:ext cx="1800000" cy="720000"/>
      </dsp:txXfrm>
    </dsp:sp>
    <dsp:sp modelId="{75791870-2289-4B0C-B400-7D9A7ECFBCAE}">
      <dsp:nvSpPr>
        <dsp:cNvPr id="0" name=""/>
        <dsp:cNvSpPr/>
      </dsp:nvSpPr>
      <dsp:spPr>
        <a:xfrm>
          <a:off x="2630951" y="540621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DE939-9596-4EC8-88B5-458703019989}">
      <dsp:nvSpPr>
        <dsp:cNvPr id="0" name=""/>
        <dsp:cNvSpPr/>
      </dsp:nvSpPr>
      <dsp:spPr>
        <a:xfrm>
          <a:off x="2135951" y="16207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Network of Beginners, Professionals &amp; Experts</a:t>
          </a:r>
        </a:p>
      </dsp:txBody>
      <dsp:txXfrm>
        <a:off x="2135951" y="1620749"/>
        <a:ext cx="1800000" cy="720000"/>
      </dsp:txXfrm>
    </dsp:sp>
    <dsp:sp modelId="{7F9BAFA7-A49C-4FE5-A0FF-856267DA0995}">
      <dsp:nvSpPr>
        <dsp:cNvPr id="0" name=""/>
        <dsp:cNvSpPr/>
      </dsp:nvSpPr>
      <dsp:spPr>
        <a:xfrm>
          <a:off x="4860501" y="53261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2E1BD-B452-4113-9727-7FCF81661EB2}">
      <dsp:nvSpPr>
        <dsp:cNvPr id="0" name=""/>
        <dsp:cNvSpPr/>
      </dsp:nvSpPr>
      <dsp:spPr>
        <a:xfrm>
          <a:off x="4365503" y="161273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Azure Cert Study Jam</a:t>
          </a:r>
        </a:p>
      </dsp:txBody>
      <dsp:txXfrm>
        <a:off x="4365503" y="1612736"/>
        <a:ext cx="1800000" cy="720000"/>
      </dsp:txXfrm>
    </dsp:sp>
    <dsp:sp modelId="{35128AF3-CDF2-4596-A7D9-9B2CCF907B5B}">
      <dsp:nvSpPr>
        <dsp:cNvPr id="0" name=""/>
        <dsp:cNvSpPr/>
      </dsp:nvSpPr>
      <dsp:spPr>
        <a:xfrm>
          <a:off x="6860951" y="540621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4B468-E453-4A51-9830-AE3EAF62C543}">
      <dsp:nvSpPr>
        <dsp:cNvPr id="0" name=""/>
        <dsp:cNvSpPr/>
      </dsp:nvSpPr>
      <dsp:spPr>
        <a:xfrm>
          <a:off x="6365951" y="16207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CSR Activities</a:t>
          </a:r>
        </a:p>
      </dsp:txBody>
      <dsp:txXfrm>
        <a:off x="6365951" y="162074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21536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93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 smtClean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 smtClean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 smtClean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 smtClean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 smtClean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 smtClean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 with blue Windows logo on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67E2EE96-CAD6-46F7-AEB7-00C81021CC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144" y="478774"/>
            <a:ext cx="2020579" cy="373949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 defTabSz="6995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Title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xmlns="" id="{EAD98D2E-15E9-4E97-B820-4F26956CA8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989" y="1356413"/>
            <a:ext cx="6858000" cy="26545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spc="0" baseline="0">
                <a:solidFill>
                  <a:srgbClr val="08023F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Content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74BB349-E93D-F78B-9275-58D3025BD773}"/>
              </a:ext>
            </a:extLst>
          </p:cNvPr>
          <p:cNvSpPr txBox="1"/>
          <p:nvPr userDrawn="1"/>
        </p:nvSpPr>
        <p:spPr>
          <a:xfrm>
            <a:off x="236182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 smtClean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5513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You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4BFD5B93-2926-40E7-8152-4B1DB45D53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144" y="454571"/>
            <a:ext cx="2928856" cy="373941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 defTabSz="6995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Segoe UI Black" panose="020B0A02040204020203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THANK YOU !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xmlns="" id="{34EDE0F8-003E-446A-9CCB-3D93AD93B0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144" y="2508591"/>
            <a:ext cx="3056786" cy="2123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b="1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one 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xmlns="" id="{883B0BDC-EFBE-4EE2-9446-E8320596B2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144" y="2751335"/>
            <a:ext cx="3056786" cy="18582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one subtitle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xmlns="" id="{022C9921-9FD0-4BF0-BE16-2A88E9B884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144" y="3124018"/>
            <a:ext cx="3056786" cy="2123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b="1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two 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xmlns="" id="{123A88AD-7DAB-4B6E-963C-F0374313C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144" y="3354852"/>
            <a:ext cx="3056786" cy="18582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rgbClr val="08023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two subtitle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xmlns="" id="{544298FB-4D19-41BA-A056-1EB0429A64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144" y="1621790"/>
            <a:ext cx="2956762" cy="291937"/>
          </a:xfrm>
          <a:prstGeom prst="rect">
            <a:avLst/>
          </a:prstGeom>
        </p:spPr>
        <p:txBody>
          <a:bodyPr/>
          <a:lstStyle>
            <a:lvl1pPr>
              <a:defRPr sz="2063" b="1" i="0">
                <a:solidFill>
                  <a:srgbClr val="08023F"/>
                </a:solidFill>
              </a:defRPr>
            </a:lvl1pPr>
          </a:lstStyle>
          <a:p>
            <a:r>
              <a:rPr lang="en-US" dirty="0">
                <a:solidFill>
                  <a:srgbClr val="08023F"/>
                </a:solidFill>
                <a:latin typeface="Segoe UI Semibold (Headings)"/>
                <a:cs typeface="Segoe UI" panose="020B0502040204020203" pitchFamily="34" charset="0"/>
              </a:rPr>
              <a:t>Presentation title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839C542-8226-D379-3603-62DB9CE333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7719" y="1639094"/>
            <a:ext cx="2468563" cy="18653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AEC3409D-5A13-B030-03A4-99AD4A61BD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71571" y="2247253"/>
            <a:ext cx="4372429" cy="2914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74BB349-E93D-F78B-9275-58D3025BD773}"/>
              </a:ext>
            </a:extLst>
          </p:cNvPr>
          <p:cNvSpPr txBox="1"/>
          <p:nvPr userDrawn="1"/>
        </p:nvSpPr>
        <p:spPr>
          <a:xfrm>
            <a:off x="236182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 smtClean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4800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75C65E-7596-4A41-9248-DD166CEB9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5A88431-E960-1E4B-8BB7-5BC05608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D876383-C598-DB4D-B0E2-160CC478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365-2101-364F-915D-5DAD75855FD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D8279E3-09D7-FB4A-88BB-7E7C4595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5E6BA0-1D4D-6540-9FA7-B3009057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78E-F357-854C-A848-24845DDE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31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217" y="994975"/>
            <a:ext cx="7886700" cy="3599053"/>
          </a:xfrm>
        </p:spPr>
        <p:txBody>
          <a:bodyPr/>
          <a:lstStyle>
            <a:lvl1pPr marL="0" indent="0">
              <a:buFont typeface="Segoe UI Light" panose="020B0502040204020203" pitchFamily="34" charset="0"/>
              <a:buNone/>
              <a:defRPr/>
            </a:lvl1pPr>
            <a:lvl2pPr marL="342875" indent="0">
              <a:buFont typeface="Segoe UI Light" panose="020B0502040204020203" pitchFamily="34" charset="0"/>
              <a:buNone/>
              <a:defRPr/>
            </a:lvl2pPr>
            <a:lvl3pPr marL="685749" indent="0">
              <a:buFont typeface="Segoe UI Light" panose="020B0502040204020203" pitchFamily="34" charset="0"/>
              <a:buNone/>
              <a:defRPr/>
            </a:lvl3pPr>
            <a:lvl4pPr marL="1028624" indent="0">
              <a:buNone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Second level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Third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58092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47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 smtClean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 smtClean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11637244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0" r:id="rId7"/>
    <p:sldLayoutId id="2147483662" r:id="rId8"/>
    <p:sldLayoutId id="2147483663" r:id="rId9"/>
    <p:sldLayoutId id="214748366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xmlns="" id="{7D380F26-78F6-3843-8106-B3DA368608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102394"/>
            <a:ext cx="2468828" cy="1828761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pic>
        <p:nvPicPr>
          <p:cNvPr id="35" name="Picture 34" descr="A picture containing linedrawing&#10;&#10;Description automatically generated">
            <a:extLst>
              <a:ext uri="{FF2B5EF4-FFF2-40B4-BE49-F238E27FC236}">
                <a16:creationId xmlns:a16="http://schemas.microsoft.com/office/drawing/2014/main" xmlns="" id="{97D2DFD9-BE9B-1541-BB47-A73DE9D73A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6953092" y="0"/>
            <a:ext cx="2108321" cy="2016655"/>
          </a:xfrm>
          <a:prstGeom prst="rect">
            <a:avLst/>
          </a:prstGeom>
        </p:spPr>
      </p:pic>
      <p:pic>
        <p:nvPicPr>
          <p:cNvPr id="37" name="Picture 36" descr="Shape, circle&#10;&#10;Description automatically generated">
            <a:extLst>
              <a:ext uri="{FF2B5EF4-FFF2-40B4-BE49-F238E27FC236}">
                <a16:creationId xmlns:a16="http://schemas.microsoft.com/office/drawing/2014/main" xmlns="" id="{EB7286E2-B465-4A46-83CB-3DEFAE9A9F0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>
            <a:off x="7356201" y="3554146"/>
            <a:ext cx="1784353" cy="1486961"/>
          </a:xfrm>
          <a:prstGeom prst="rect">
            <a:avLst/>
          </a:prstGeom>
        </p:spPr>
      </p:pic>
      <p:pic>
        <p:nvPicPr>
          <p:cNvPr id="39" name="Picture 38" descr="A picture containing building, old, outdoor, black&#10;&#10;Description automatically generated">
            <a:extLst>
              <a:ext uri="{FF2B5EF4-FFF2-40B4-BE49-F238E27FC236}">
                <a16:creationId xmlns:a16="http://schemas.microsoft.com/office/drawing/2014/main" xmlns="" id="{60EA9BDF-44A6-8F4F-BA77-0A2B45342A7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07209" y="3959935"/>
            <a:ext cx="2254410" cy="11835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7A1E8A5-D4CA-3F4C-953E-6F5B887146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03468" y="1358780"/>
            <a:ext cx="4522974" cy="1144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8EA10054-C6CB-1F71-23A7-3DB3AFDDA0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7847" y="2477540"/>
            <a:ext cx="956567" cy="9565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B84B0CCF-32C0-B30F-4907-C7B66F095DA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95496" y="2400494"/>
            <a:ext cx="950369" cy="950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5D69CCE-41C0-F3EB-9E95-AF9EFFD691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0718" y="2477540"/>
            <a:ext cx="2279777" cy="128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8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8A73F3-1087-5F41-9751-401CD76E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75522"/>
            <a:ext cx="8191230" cy="98602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5400" dirty="0"/>
              <a:t>What we do?</a:t>
            </a:r>
          </a:p>
        </p:txBody>
      </p:sp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xmlns="" id="{3EE64570-D3D5-429F-BE63-6B08BD3A5BD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480578" y="1461546"/>
          <a:ext cx="8186902" cy="2881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4663442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xmlns="" id="{362E8B59-6A50-5587-720A-A171CE153861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254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xmlns="" id="{362E8B59-6A50-5587-720A-A171CE153861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63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54;p13">
            <a:extLst>
              <a:ext uri="{FF2B5EF4-FFF2-40B4-BE49-F238E27FC236}">
                <a16:creationId xmlns:a16="http://schemas.microsoft.com/office/drawing/2014/main" xmlns="" id="{2E743BD8-E907-CE58-87FA-26F528538084}"/>
              </a:ext>
            </a:extLst>
          </p:cNvPr>
          <p:cNvSpPr txBox="1">
            <a:spLocks/>
          </p:cNvSpPr>
          <p:nvPr/>
        </p:nvSpPr>
        <p:spPr>
          <a:xfrm>
            <a:off x="311700" y="1276591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defTabSz="699556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lang="en-US" sz="2700" b="0" i="0" u="none" strike="noStrike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+mn-ea"/>
                <a:cs typeface="Segoe UI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4000" b="1" dirty="0">
                <a:latin typeface="Segoe UI Semibold (Headings)" panose="020B0604020202020204" charset="0"/>
                <a:cs typeface="Segoe UI Semibold (Headings)" panose="020B0604020202020204" charset="0"/>
              </a:rPr>
              <a:t>Title</a:t>
            </a:r>
          </a:p>
        </p:txBody>
      </p:sp>
      <p:sp>
        <p:nvSpPr>
          <p:cNvPr id="38" name="Google Shape;55;p13">
            <a:extLst>
              <a:ext uri="{FF2B5EF4-FFF2-40B4-BE49-F238E27FC236}">
                <a16:creationId xmlns:a16="http://schemas.microsoft.com/office/drawing/2014/main" xmlns="" id="{362E8B59-6A50-5587-720A-A171CE153861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32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xmlns="" id="{659C7E2A-1841-4AA0-8084-E8A63CE1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 for Q&amp;A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0BF7C1C-5346-439E-84A8-6144DDA42BB2}"/>
              </a:ext>
            </a:extLst>
          </p:cNvPr>
          <p:cNvSpPr txBox="1"/>
          <p:nvPr/>
        </p:nvSpPr>
        <p:spPr>
          <a:xfrm>
            <a:off x="2677990" y="2746752"/>
            <a:ext cx="5473211" cy="22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75" dirty="0">
                <a:solidFill>
                  <a:srgbClr val="FFFFFF"/>
                </a:solidFill>
                <a:latin typeface="Segoe UI Semibold (Headings)"/>
                <a:cs typeface="Segoe UI" panose="020B0502040204020203" pitchFamily="34" charset="0"/>
              </a:rPr>
              <a:t>Presentation title </a:t>
            </a:r>
          </a:p>
        </p:txBody>
      </p:sp>
      <p:pic>
        <p:nvPicPr>
          <p:cNvPr id="6" name="Picture 5" descr="Qr code&#10;&#10;Description automatically generated">
            <a:extLst>
              <a:ext uri="{FF2B5EF4-FFF2-40B4-BE49-F238E27FC236}">
                <a16:creationId xmlns:a16="http://schemas.microsoft.com/office/drawing/2014/main" xmlns="" id="{BCA9518C-4E6A-4253-5655-81717256D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8" y="1619369"/>
            <a:ext cx="1904762" cy="1904762"/>
          </a:xfrm>
          <a:prstGeom prst="rect">
            <a:avLst/>
          </a:prstGeom>
        </p:spPr>
      </p:pic>
      <p:sp>
        <p:nvSpPr>
          <p:cNvPr id="7" name="Title 20">
            <a:extLst>
              <a:ext uri="{FF2B5EF4-FFF2-40B4-BE49-F238E27FC236}">
                <a16:creationId xmlns:a16="http://schemas.microsoft.com/office/drawing/2014/main" xmlns="" id="{6BC36688-58C9-313C-C61E-D417574C524E}"/>
              </a:ext>
            </a:extLst>
          </p:cNvPr>
          <p:cNvSpPr txBox="1">
            <a:spLocks/>
          </p:cNvSpPr>
          <p:nvPr/>
        </p:nvSpPr>
        <p:spPr>
          <a:xfrm>
            <a:off x="3862469" y="4518036"/>
            <a:ext cx="2928856" cy="373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defTabSz="699556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lang="en-US" sz="2700" b="0" i="0" u="none" strike="noStrike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Segoe UI Black" panose="020B0A02040204020203" pitchFamily="34" charset="0"/>
                <a:cs typeface="Segoe UI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78350860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azconf</Template>
  <TotalTime>9436</TotalTime>
  <Words>30</Words>
  <Application>Microsoft Office PowerPoint</Application>
  <PresentationFormat>On-screen Show (16:9)</PresentationFormat>
  <Paragraphs>12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Segoe UI Semibold (Headings)</vt:lpstr>
      <vt:lpstr>Segoe UI</vt:lpstr>
      <vt:lpstr>Poppins</vt:lpstr>
      <vt:lpstr>Segoe UI Black</vt:lpstr>
      <vt:lpstr>Rubik Light</vt:lpstr>
      <vt:lpstr>Poppins Light</vt:lpstr>
      <vt:lpstr>Segoe UI Light</vt:lpstr>
      <vt:lpstr>Arial</vt:lpstr>
      <vt:lpstr>Simple Light</vt:lpstr>
      <vt:lpstr>PowerPoint Presentation</vt:lpstr>
      <vt:lpstr>What we do?</vt:lpstr>
      <vt:lpstr>PowerPoint Presentation</vt:lpstr>
      <vt:lpstr>PowerPoint Presentation</vt:lpstr>
      <vt:lpstr>PowerPoint Presentation</vt:lpstr>
      <vt:lpstr>Open for Q&amp;A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Gopal, Navaneethan</dc:creator>
  <cp:lastModifiedBy>Microsoft account</cp:lastModifiedBy>
  <cp:revision>55</cp:revision>
  <dcterms:modified xsi:type="dcterms:W3CDTF">2026-02-22T13:12:57Z</dcterms:modified>
</cp:coreProperties>
</file>