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5"/>
  </p:notesMasterIdLst>
  <p:handoutMasterIdLst>
    <p:handoutMasterId r:id="rId26"/>
  </p:handoutMasterIdLst>
  <p:sldIdLst>
    <p:sldId id="649" r:id="rId5"/>
    <p:sldId id="528" r:id="rId6"/>
    <p:sldId id="458" r:id="rId7"/>
    <p:sldId id="584" r:id="rId8"/>
    <p:sldId id="659" r:id="rId9"/>
    <p:sldId id="660" r:id="rId10"/>
    <p:sldId id="661" r:id="rId11"/>
    <p:sldId id="662" r:id="rId12"/>
    <p:sldId id="588" r:id="rId13"/>
    <p:sldId id="672" r:id="rId14"/>
    <p:sldId id="669" r:id="rId15"/>
    <p:sldId id="670" r:id="rId16"/>
    <p:sldId id="671" r:id="rId17"/>
    <p:sldId id="663" r:id="rId18"/>
    <p:sldId id="664" r:id="rId19"/>
    <p:sldId id="665" r:id="rId20"/>
    <p:sldId id="666" r:id="rId21"/>
    <p:sldId id="667" r:id="rId22"/>
    <p:sldId id="668" r:id="rId23"/>
    <p:sldId id="64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C3DB435-F380-2B4F-B37B-7A72E87417EA}">
          <p14:sldIdLst>
            <p14:sldId id="649"/>
          </p14:sldIdLst>
        </p14:section>
        <p14:section name="Agenda &amp; Table of Contents" id="{6C7C0408-C266-EC44-B362-F42D17701323}">
          <p14:sldIdLst>
            <p14:sldId id="528"/>
          </p14:sldIdLst>
        </p14:section>
        <p14:section name="Workflow" id="{003A6CC5-B1EC-6340-81BA-0C9C56A4D3FE}">
          <p14:sldIdLst>
            <p14:sldId id="458"/>
            <p14:sldId id="584"/>
            <p14:sldId id="659"/>
            <p14:sldId id="660"/>
            <p14:sldId id="661"/>
            <p14:sldId id="662"/>
            <p14:sldId id="588"/>
            <p14:sldId id="672"/>
            <p14:sldId id="669"/>
            <p14:sldId id="670"/>
            <p14:sldId id="671"/>
            <p14:sldId id="663"/>
            <p14:sldId id="664"/>
            <p14:sldId id="665"/>
            <p14:sldId id="666"/>
            <p14:sldId id="667"/>
            <p14:sldId id="668"/>
            <p14:sldId id="646"/>
          </p14:sldIdLst>
        </p14:section>
      </p14:sectionLst>
    </p:ext>
    <p:ext uri="{EFAFB233-063F-42B5-8137-9DF3F51BA10A}">
      <p15:sldGuideLst xmlns:p15="http://schemas.microsoft.com/office/powerpoint/2012/main">
        <p15:guide id="1" pos="3840" userDrawn="1">
          <p15:clr>
            <a:srgbClr val="A4A3A4"/>
          </p15:clr>
        </p15:guide>
        <p15:guide id="2" orient="horz" pos="218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7"/>
    <a:srgbClr val="613312"/>
    <a:srgbClr val="B8782E"/>
    <a:srgbClr val="40A39E"/>
    <a:srgbClr val="623413"/>
    <a:srgbClr val="A35C2E"/>
    <a:srgbClr val="7D3F16"/>
    <a:srgbClr val="910048"/>
    <a:srgbClr val="00857D"/>
    <a:srgbClr val="5955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301"/>
  </p:normalViewPr>
  <p:slideViewPr>
    <p:cSldViewPr snapToGrid="0" snapToObjects="1" showGuides="1">
      <p:cViewPr varScale="1">
        <p:scale>
          <a:sx n="70" d="100"/>
          <a:sy n="70" d="100"/>
        </p:scale>
        <p:origin x="536" y="52"/>
      </p:cViewPr>
      <p:guideLst>
        <p:guide pos="3840"/>
        <p:guide orient="horz" pos="2184"/>
      </p:guideLst>
    </p:cSldViewPr>
  </p:slideViewPr>
  <p:outlineViewPr>
    <p:cViewPr>
      <p:scale>
        <a:sx n="33" d="100"/>
        <a:sy n="33" d="100"/>
      </p:scale>
      <p:origin x="0" y="-13328"/>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Lst>
  </p:outlineViewPr>
  <p:notesTextViewPr>
    <p:cViewPr>
      <p:scale>
        <a:sx n="1" d="1"/>
        <a:sy n="1" d="1"/>
      </p:scale>
      <p:origin x="0" y="0"/>
    </p:cViewPr>
  </p:notesTextViewPr>
  <p:sorterViewPr>
    <p:cViewPr>
      <p:scale>
        <a:sx n="100" d="100"/>
        <a:sy n="100" d="100"/>
      </p:scale>
      <p:origin x="0" y="-16332"/>
    </p:cViewPr>
  </p:sorterViewPr>
  <p:notesViewPr>
    <p:cSldViewPr snapToGrid="0" snapToObjects="1" showGuides="1">
      <p:cViewPr varScale="1">
        <p:scale>
          <a:sx n="103" d="100"/>
          <a:sy n="103" d="100"/>
        </p:scale>
        <p:origin x="2584"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_rels/viewProps.xml.rels><?xml version="1.0" encoding="UTF-8" standalone="yes"?>
<Relationships xmlns="http://schemas.openxmlformats.org/package/2006/relationships"><Relationship Id="rId8" Type="http://schemas.openxmlformats.org/officeDocument/2006/relationships/slide" Target="slides/slide8.xml"/><Relationship Id="rId13" Type="http://schemas.openxmlformats.org/officeDocument/2006/relationships/slide" Target="slides/slide15.xml"/><Relationship Id="rId3" Type="http://schemas.openxmlformats.org/officeDocument/2006/relationships/slide" Target="slides/slide3.xml"/><Relationship Id="rId7" Type="http://schemas.openxmlformats.org/officeDocument/2006/relationships/slide" Target="slides/slide7.xml"/><Relationship Id="rId12" Type="http://schemas.openxmlformats.org/officeDocument/2006/relationships/slide" Target="slides/slide14.xml"/><Relationship Id="rId2" Type="http://schemas.openxmlformats.org/officeDocument/2006/relationships/slide" Target="slides/slide2.xml"/><Relationship Id="rId16" Type="http://schemas.openxmlformats.org/officeDocument/2006/relationships/slide" Target="slides/slide20.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12.xml"/><Relationship Id="rId5" Type="http://schemas.openxmlformats.org/officeDocument/2006/relationships/slide" Target="slides/slide5.xml"/><Relationship Id="rId15" Type="http://schemas.openxmlformats.org/officeDocument/2006/relationships/slide" Target="slides/slide18.xml"/><Relationship Id="rId10" Type="http://schemas.openxmlformats.org/officeDocument/2006/relationships/slide" Target="slides/slide11.xml"/><Relationship Id="rId4" Type="http://schemas.openxmlformats.org/officeDocument/2006/relationships/slide" Target="slides/slide4.xml"/><Relationship Id="rId9" Type="http://schemas.openxmlformats.org/officeDocument/2006/relationships/slide" Target="slides/slide9.xml"/><Relationship Id="rId14"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iram Sharma Krishnan" userId="498b65cd-4571-423d-8f71-d3e03a13e1b7" providerId="ADAL" clId="{68F9D83F-3615-4D32-8C8B-3D9330F08314}"/>
    <pc:docChg chg="modSld">
      <pc:chgData name="Shriram Sharma Krishnan" userId="498b65cd-4571-423d-8f71-d3e03a13e1b7" providerId="ADAL" clId="{68F9D83F-3615-4D32-8C8B-3D9330F08314}" dt="2026-08-08T03:49:18.405" v="2" actId="1076"/>
      <pc:docMkLst>
        <pc:docMk/>
      </pc:docMkLst>
      <pc:sldChg chg="modSp mod">
        <pc:chgData name="Shriram Sharma Krishnan" userId="498b65cd-4571-423d-8f71-d3e03a13e1b7" providerId="ADAL" clId="{68F9D83F-3615-4D32-8C8B-3D9330F08314}" dt="2026-08-08T03:49:18.405" v="2" actId="1076"/>
        <pc:sldMkLst>
          <pc:docMk/>
          <pc:sldMk cId="3208475987" sldId="649"/>
        </pc:sldMkLst>
        <pc:spChg chg="mod">
          <ac:chgData name="Shriram Sharma Krishnan" userId="498b65cd-4571-423d-8f71-d3e03a13e1b7" providerId="ADAL" clId="{68F9D83F-3615-4D32-8C8B-3D9330F08314}" dt="2026-08-08T03:49:18.405" v="2" actId="1076"/>
          <ac:spMkLst>
            <pc:docMk/>
            <pc:sldMk cId="3208475987" sldId="649"/>
            <ac:spMk id="4" creationId="{B7C47022-10C1-EF98-9093-55DC4E3562B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5679E9-08B6-5FAC-5657-BFB31E4623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1BD17C4-FE3A-B740-40AF-C8D1E3726C9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A895B67-0478-3242-90D3-55673F7B35B3}" type="datetimeFigureOut">
              <a:rPr lang="en-US" smtClean="0"/>
              <a:t>8/8/2026</a:t>
            </a:fld>
            <a:endParaRPr lang="en-US"/>
          </a:p>
        </p:txBody>
      </p:sp>
      <p:sp>
        <p:nvSpPr>
          <p:cNvPr id="4" name="Footer Placeholder 3">
            <a:extLst>
              <a:ext uri="{FF2B5EF4-FFF2-40B4-BE49-F238E27FC236}">
                <a16:creationId xmlns:a16="http://schemas.microsoft.com/office/drawing/2014/main" id="{14F8103A-6580-2263-15CC-CA1DD9A767F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A1779B7-0A71-B872-DA68-24E1A7BFFB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9DF692-25D1-894D-AEA1-8D678264BF42}" type="slidenum">
              <a:rPr lang="en-US" smtClean="0"/>
              <a:t>‹#›</a:t>
            </a:fld>
            <a:endParaRPr lang="en-US"/>
          </a:p>
        </p:txBody>
      </p:sp>
    </p:spTree>
    <p:extLst>
      <p:ext uri="{BB962C8B-B14F-4D97-AF65-F5344CB8AC3E}">
        <p14:creationId xmlns:p14="http://schemas.microsoft.com/office/powerpoint/2010/main" val="296742993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Verdana" panose="020B060403050404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Verdana" panose="020B0604030504040204" pitchFamily="34" charset="0"/>
              </a:defRPr>
            </a:lvl1pPr>
          </a:lstStyle>
          <a:p>
            <a:fld id="{7AC03411-9DD8-AF4E-935D-C118AA05FF3F}" type="datetimeFigureOut">
              <a:rPr lang="en-US" smtClean="0"/>
              <a:pPr/>
              <a:t>8/8/2026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Verdana" panose="020B060403050404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Verdana" panose="020B0604030504040204" pitchFamily="34" charset="0"/>
              </a:defRPr>
            </a:lvl1pPr>
          </a:lstStyle>
          <a:p>
            <a:fld id="{3CD49DB1-CF9B-2D4C-BCA2-7748C581686D}" type="slidenum">
              <a:rPr lang="en-US" smtClean="0"/>
              <a:pPr/>
              <a:t>‹#›</a:t>
            </a:fld>
            <a:endParaRPr lang="en-US" dirty="0"/>
          </a:p>
        </p:txBody>
      </p:sp>
    </p:spTree>
    <p:extLst>
      <p:ext uri="{BB962C8B-B14F-4D97-AF65-F5344CB8AC3E}">
        <p14:creationId xmlns:p14="http://schemas.microsoft.com/office/powerpoint/2010/main" val="2143938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anose="020B0604030504040204" pitchFamily="34" charset="0"/>
        <a:ea typeface="+mn-ea"/>
        <a:cs typeface="+mn-cs"/>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sz="1200" kern="1200" dirty="0">
                <a:solidFill>
                  <a:schemeClr val="tx1"/>
                </a:solidFill>
                <a:effectLst/>
                <a:latin typeface="Verdana" panose="020B0604030504040204" pitchFamily="34" charset="0"/>
                <a:ea typeface="+mn-ea"/>
                <a:cs typeface="+mn-cs"/>
              </a:rPr>
              <a:t>As our market and customer needs continue to rapidly evolve, we’ve embraced change, identified opportunities, and have made headway to become a more competitive and agile company.</a:t>
            </a:r>
          </a:p>
          <a:p>
            <a:pPr marL="0" indent="0">
              <a:buFont typeface="Arial" panose="020B0604020202020204" pitchFamily="34" charset="0"/>
              <a:buNone/>
            </a:pPr>
            <a:endParaRPr lang="en-US" sz="1200" kern="1200" dirty="0">
              <a:solidFill>
                <a:schemeClr val="tx1"/>
              </a:solidFill>
              <a:effectLst/>
              <a:latin typeface="Verdana" panose="020B0604030504040204" pitchFamily="34" charset="0"/>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Verdana" panose="020B0604030504040204" pitchFamily="34" charset="0"/>
                <a:ea typeface="+mn-ea"/>
                <a:cs typeface="+mn-cs"/>
              </a:rPr>
              <a:t>Our company’s Transformation supports our strategy as we streamline, modernize and invest so we can always operate from a position of strength.</a:t>
            </a:r>
            <a:br>
              <a:rPr lang="en-US" sz="1200" kern="1200" dirty="0">
                <a:solidFill>
                  <a:schemeClr val="tx1"/>
                </a:solidFill>
                <a:effectLst/>
                <a:latin typeface="Verdana" panose="020B0604030504040204" pitchFamily="34" charset="0"/>
                <a:ea typeface="+mn-ea"/>
                <a:cs typeface="+mn-cs"/>
              </a:rPr>
            </a:br>
            <a:r>
              <a:rPr lang="en-US" sz="1200" kern="1200" dirty="0">
                <a:solidFill>
                  <a:schemeClr val="tx1"/>
                </a:solidFill>
                <a:effectLst/>
                <a:latin typeface="Verdana" panose="020B0604030504040204" pitchFamily="34" charset="0"/>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Verdana" panose="020B0604030504040204" pitchFamily="34" charset="0"/>
                <a:ea typeface="+mn-ea"/>
                <a:cs typeface="+mn-cs"/>
              </a:rPr>
              <a:t>We’ve identified six mega trends that we believe will have the biggest impact on our business. Each of those megatrends creates both opportunities, but as well challenges for us in the future… </a:t>
            </a:r>
          </a:p>
        </p:txBody>
      </p:sp>
      <p:sp>
        <p:nvSpPr>
          <p:cNvPr id="4" name="Slide Number Placeholder 3"/>
          <p:cNvSpPr>
            <a:spLocks noGrp="1"/>
          </p:cNvSpPr>
          <p:nvPr>
            <p:ph type="sldNum" sz="quarter" idx="10"/>
          </p:nvPr>
        </p:nvSpPr>
        <p:spPr/>
        <p:txBody>
          <a:bodyPr/>
          <a:lstStyle/>
          <a:p>
            <a:fld id="{3CD49DB1-CF9B-2D4C-BCA2-7748C581686D}" type="slidenum">
              <a:rPr lang="en-US" smtClean="0"/>
              <a:pPr/>
              <a:t>3</a:t>
            </a:fld>
            <a:endParaRPr lang="en-US" dirty="0"/>
          </a:p>
        </p:txBody>
      </p:sp>
    </p:spTree>
    <p:extLst>
      <p:ext uri="{BB962C8B-B14F-4D97-AF65-F5344CB8AC3E}">
        <p14:creationId xmlns:p14="http://schemas.microsoft.com/office/powerpoint/2010/main" val="4196569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E2B2D-948E-F745-4D2D-005BAF463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F0F559-309E-8AE5-4D3A-D19342C333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1ED8CE-C7DF-D683-1816-771D0DF14CA4}"/>
              </a:ext>
            </a:extLst>
          </p:cNvPr>
          <p:cNvSpPr>
            <a:spLocks noGrp="1"/>
          </p:cNvSpPr>
          <p:nvPr>
            <p:ph type="body" idx="1"/>
          </p:nvPr>
        </p:nvSpPr>
        <p:spPr/>
        <p:txBody>
          <a:bodyPr/>
          <a:lstStyle/>
          <a:p>
            <a:pPr marL="171450" lvl="0" indent="-171450">
              <a:buFont typeface="Arial" panose="020B0604020202020204" pitchFamily="34" charset="0"/>
              <a:buChar char="•"/>
            </a:pPr>
            <a:r>
              <a:rPr lang="en-US" sz="1200" kern="1200" dirty="0">
                <a:solidFill>
                  <a:schemeClr val="tx1"/>
                </a:solidFill>
                <a:effectLst/>
                <a:latin typeface="Verdana" panose="020B0604030504040204" pitchFamily="34" charset="0"/>
                <a:ea typeface="+mn-ea"/>
                <a:cs typeface="+mn-cs"/>
              </a:rPr>
              <a:t>As our market and customer needs continue to rapidly evolve, we’ve embraced change, identified opportunities, and have made headway to become a more competitive and agile company.</a:t>
            </a:r>
          </a:p>
          <a:p>
            <a:pPr marL="0" indent="0">
              <a:buFont typeface="Arial" panose="020B0604020202020204" pitchFamily="34" charset="0"/>
              <a:buNone/>
            </a:pPr>
            <a:endParaRPr lang="en-US" sz="1200" kern="1200" dirty="0">
              <a:solidFill>
                <a:schemeClr val="tx1"/>
              </a:solidFill>
              <a:effectLst/>
              <a:latin typeface="Verdana" panose="020B0604030504040204" pitchFamily="34" charset="0"/>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Verdana" panose="020B0604030504040204" pitchFamily="34" charset="0"/>
                <a:ea typeface="+mn-ea"/>
                <a:cs typeface="+mn-cs"/>
              </a:rPr>
              <a:t>Our company’s Transformation supports our strategy as we streamline, modernize and invest so we can always operate from a position of strength.</a:t>
            </a:r>
            <a:br>
              <a:rPr lang="en-US" sz="1200" kern="1200" dirty="0">
                <a:solidFill>
                  <a:schemeClr val="tx1"/>
                </a:solidFill>
                <a:effectLst/>
                <a:latin typeface="Verdana" panose="020B0604030504040204" pitchFamily="34" charset="0"/>
                <a:ea typeface="+mn-ea"/>
                <a:cs typeface="+mn-cs"/>
              </a:rPr>
            </a:br>
            <a:r>
              <a:rPr lang="en-US" sz="1200" kern="1200" dirty="0">
                <a:solidFill>
                  <a:schemeClr val="tx1"/>
                </a:solidFill>
                <a:effectLst/>
                <a:latin typeface="Verdana" panose="020B0604030504040204" pitchFamily="34" charset="0"/>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Verdana" panose="020B0604030504040204" pitchFamily="34" charset="0"/>
                <a:ea typeface="+mn-ea"/>
                <a:cs typeface="+mn-cs"/>
              </a:rPr>
              <a:t>We’ve identified six mega trends that we believe will have the biggest impact on our business. Each of those megatrends creates both opportunities, but as well challenges for us in the future… </a:t>
            </a:r>
          </a:p>
        </p:txBody>
      </p:sp>
      <p:sp>
        <p:nvSpPr>
          <p:cNvPr id="4" name="Slide Number Placeholder 3">
            <a:extLst>
              <a:ext uri="{FF2B5EF4-FFF2-40B4-BE49-F238E27FC236}">
                <a16:creationId xmlns:a16="http://schemas.microsoft.com/office/drawing/2014/main" id="{34B5D125-1084-DF66-A715-75A084E7A685}"/>
              </a:ext>
            </a:extLst>
          </p:cNvPr>
          <p:cNvSpPr>
            <a:spLocks noGrp="1"/>
          </p:cNvSpPr>
          <p:nvPr>
            <p:ph type="sldNum" sz="quarter" idx="10"/>
          </p:nvPr>
        </p:nvSpPr>
        <p:spPr/>
        <p:txBody>
          <a:bodyPr/>
          <a:lstStyle/>
          <a:p>
            <a:fld id="{3CD49DB1-CF9B-2D4C-BCA2-7748C581686D}" type="slidenum">
              <a:rPr lang="en-US" smtClean="0"/>
              <a:pPr/>
              <a:t>5</a:t>
            </a:fld>
            <a:endParaRPr lang="en-US" dirty="0"/>
          </a:p>
        </p:txBody>
      </p:sp>
    </p:spTree>
    <p:extLst>
      <p:ext uri="{BB962C8B-B14F-4D97-AF65-F5344CB8AC3E}">
        <p14:creationId xmlns:p14="http://schemas.microsoft.com/office/powerpoint/2010/main" val="3181866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4E344-AEC5-05A7-8A66-82708C2299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AD894A-DDA1-A90D-6245-2EA4A86A5A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9BBAAF-2575-4665-CA5B-676CF74A6C7B}"/>
              </a:ext>
            </a:extLst>
          </p:cNvPr>
          <p:cNvSpPr>
            <a:spLocks noGrp="1"/>
          </p:cNvSpPr>
          <p:nvPr>
            <p:ph type="body" idx="1"/>
          </p:nvPr>
        </p:nvSpPr>
        <p:spPr/>
        <p:txBody>
          <a:bodyPr/>
          <a:lstStyle/>
          <a:p>
            <a:pPr marL="171450" lvl="0" indent="-171450">
              <a:buFont typeface="Arial" panose="020B0604020202020204" pitchFamily="34" charset="0"/>
              <a:buChar char="•"/>
            </a:pPr>
            <a:r>
              <a:rPr lang="en-US" sz="1200" kern="1200" dirty="0">
                <a:solidFill>
                  <a:schemeClr val="tx1"/>
                </a:solidFill>
                <a:effectLst/>
                <a:latin typeface="Verdana" panose="020B0604030504040204" pitchFamily="34" charset="0"/>
                <a:ea typeface="+mn-ea"/>
                <a:cs typeface="+mn-cs"/>
              </a:rPr>
              <a:t>As our market and customer needs continue to rapidly evolve, we’ve embraced change, identified opportunities, and have made headway to become a more competitive and agile company.</a:t>
            </a:r>
          </a:p>
          <a:p>
            <a:pPr marL="0" indent="0">
              <a:buFont typeface="Arial" panose="020B0604020202020204" pitchFamily="34" charset="0"/>
              <a:buNone/>
            </a:pPr>
            <a:endParaRPr lang="en-US" sz="1200" kern="1200" dirty="0">
              <a:solidFill>
                <a:schemeClr val="tx1"/>
              </a:solidFill>
              <a:effectLst/>
              <a:latin typeface="Verdana" panose="020B0604030504040204" pitchFamily="34" charset="0"/>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Verdana" panose="020B0604030504040204" pitchFamily="34" charset="0"/>
                <a:ea typeface="+mn-ea"/>
                <a:cs typeface="+mn-cs"/>
              </a:rPr>
              <a:t>Our company’s Transformation supports our strategy as we streamline, modernize and invest so we can always operate from a position of strength.</a:t>
            </a:r>
            <a:br>
              <a:rPr lang="en-US" sz="1200" kern="1200" dirty="0">
                <a:solidFill>
                  <a:schemeClr val="tx1"/>
                </a:solidFill>
                <a:effectLst/>
                <a:latin typeface="Verdana" panose="020B0604030504040204" pitchFamily="34" charset="0"/>
                <a:ea typeface="+mn-ea"/>
                <a:cs typeface="+mn-cs"/>
              </a:rPr>
            </a:br>
            <a:r>
              <a:rPr lang="en-US" sz="1200" kern="1200" dirty="0">
                <a:solidFill>
                  <a:schemeClr val="tx1"/>
                </a:solidFill>
                <a:effectLst/>
                <a:latin typeface="Verdana" panose="020B0604030504040204" pitchFamily="34" charset="0"/>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Verdana" panose="020B0604030504040204" pitchFamily="34" charset="0"/>
                <a:ea typeface="+mn-ea"/>
                <a:cs typeface="+mn-cs"/>
              </a:rPr>
              <a:t>We’ve identified six mega trends that we believe will have the biggest impact on our business. Each of those megatrends creates both opportunities, but as well challenges for us in the future… </a:t>
            </a:r>
          </a:p>
        </p:txBody>
      </p:sp>
      <p:sp>
        <p:nvSpPr>
          <p:cNvPr id="4" name="Slide Number Placeholder 3">
            <a:extLst>
              <a:ext uri="{FF2B5EF4-FFF2-40B4-BE49-F238E27FC236}">
                <a16:creationId xmlns:a16="http://schemas.microsoft.com/office/drawing/2014/main" id="{7632B96C-E578-8F41-EEF9-20890A24E91B}"/>
              </a:ext>
            </a:extLst>
          </p:cNvPr>
          <p:cNvSpPr>
            <a:spLocks noGrp="1"/>
          </p:cNvSpPr>
          <p:nvPr>
            <p:ph type="sldNum" sz="quarter" idx="10"/>
          </p:nvPr>
        </p:nvSpPr>
        <p:spPr/>
        <p:txBody>
          <a:bodyPr/>
          <a:lstStyle/>
          <a:p>
            <a:fld id="{3CD49DB1-CF9B-2D4C-BCA2-7748C581686D}" type="slidenum">
              <a:rPr lang="en-US" smtClean="0"/>
              <a:pPr/>
              <a:t>7</a:t>
            </a:fld>
            <a:endParaRPr lang="en-US" dirty="0"/>
          </a:p>
        </p:txBody>
      </p:sp>
    </p:spTree>
    <p:extLst>
      <p:ext uri="{BB962C8B-B14F-4D97-AF65-F5344CB8AC3E}">
        <p14:creationId xmlns:p14="http://schemas.microsoft.com/office/powerpoint/2010/main" val="18004671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9300E-489E-9E33-7F04-B2404A1A91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272E7-9828-E982-8F47-78C2C10B7C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F0A7E4-6296-9B56-8132-9C00E62E1873}"/>
              </a:ext>
            </a:extLst>
          </p:cNvPr>
          <p:cNvSpPr>
            <a:spLocks noGrp="1"/>
          </p:cNvSpPr>
          <p:nvPr>
            <p:ph type="body" idx="1"/>
          </p:nvPr>
        </p:nvSpPr>
        <p:spPr/>
        <p:txBody>
          <a:bodyPr/>
          <a:lstStyle/>
          <a:p>
            <a:pPr marL="171450" lvl="0" indent="-171450">
              <a:buFont typeface="Arial" panose="020B0604020202020204" pitchFamily="34" charset="0"/>
              <a:buChar char="•"/>
            </a:pPr>
            <a:r>
              <a:rPr lang="en-US" sz="1200" kern="1200" dirty="0">
                <a:solidFill>
                  <a:schemeClr val="tx1"/>
                </a:solidFill>
                <a:effectLst/>
                <a:latin typeface="Verdana" panose="020B0604030504040204" pitchFamily="34" charset="0"/>
                <a:ea typeface="+mn-ea"/>
                <a:cs typeface="+mn-cs"/>
              </a:rPr>
              <a:t>As our market and customer needs continue to rapidly evolve, we’ve embraced change, identified opportunities, and have made headway to become a more competitive and agile company.</a:t>
            </a:r>
          </a:p>
          <a:p>
            <a:pPr marL="0" indent="0">
              <a:buFont typeface="Arial" panose="020B0604020202020204" pitchFamily="34" charset="0"/>
              <a:buNone/>
            </a:pPr>
            <a:endParaRPr lang="en-US" sz="1200" kern="1200" dirty="0">
              <a:solidFill>
                <a:schemeClr val="tx1"/>
              </a:solidFill>
              <a:effectLst/>
              <a:latin typeface="Verdana" panose="020B0604030504040204" pitchFamily="34" charset="0"/>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Verdana" panose="020B0604030504040204" pitchFamily="34" charset="0"/>
                <a:ea typeface="+mn-ea"/>
                <a:cs typeface="+mn-cs"/>
              </a:rPr>
              <a:t>Our company’s Transformation supports our strategy as we streamline, modernize and invest so we can always operate from a position of strength.</a:t>
            </a:r>
            <a:br>
              <a:rPr lang="en-US" sz="1200" kern="1200" dirty="0">
                <a:solidFill>
                  <a:schemeClr val="tx1"/>
                </a:solidFill>
                <a:effectLst/>
                <a:latin typeface="Verdana" panose="020B0604030504040204" pitchFamily="34" charset="0"/>
                <a:ea typeface="+mn-ea"/>
                <a:cs typeface="+mn-cs"/>
              </a:rPr>
            </a:br>
            <a:r>
              <a:rPr lang="en-US" sz="1200" kern="1200" dirty="0">
                <a:solidFill>
                  <a:schemeClr val="tx1"/>
                </a:solidFill>
                <a:effectLst/>
                <a:latin typeface="Verdana" panose="020B0604030504040204" pitchFamily="34" charset="0"/>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Verdana" panose="020B0604030504040204" pitchFamily="34" charset="0"/>
                <a:ea typeface="+mn-ea"/>
                <a:cs typeface="+mn-cs"/>
              </a:rPr>
              <a:t>We’ve identified six mega trends that we believe will have the biggest impact on our business. Each of those megatrends creates both opportunities, but as well challenges for us in the future… </a:t>
            </a:r>
          </a:p>
        </p:txBody>
      </p:sp>
      <p:sp>
        <p:nvSpPr>
          <p:cNvPr id="4" name="Slide Number Placeholder 3">
            <a:extLst>
              <a:ext uri="{FF2B5EF4-FFF2-40B4-BE49-F238E27FC236}">
                <a16:creationId xmlns:a16="http://schemas.microsoft.com/office/drawing/2014/main" id="{47834EDD-BB05-9F9D-5D99-F9D088814A26}"/>
              </a:ext>
            </a:extLst>
          </p:cNvPr>
          <p:cNvSpPr>
            <a:spLocks noGrp="1"/>
          </p:cNvSpPr>
          <p:nvPr>
            <p:ph type="sldNum" sz="quarter" idx="10"/>
          </p:nvPr>
        </p:nvSpPr>
        <p:spPr/>
        <p:txBody>
          <a:bodyPr/>
          <a:lstStyle/>
          <a:p>
            <a:fld id="{3CD49DB1-CF9B-2D4C-BCA2-7748C581686D}" type="slidenum">
              <a:rPr lang="en-US" smtClean="0"/>
              <a:pPr/>
              <a:t>11</a:t>
            </a:fld>
            <a:endParaRPr lang="en-US" dirty="0"/>
          </a:p>
        </p:txBody>
      </p:sp>
    </p:spTree>
    <p:extLst>
      <p:ext uri="{BB962C8B-B14F-4D97-AF65-F5344CB8AC3E}">
        <p14:creationId xmlns:p14="http://schemas.microsoft.com/office/powerpoint/2010/main" val="2664554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30835-62E8-B1CA-8B59-2C3455733B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A58D7-DB6D-6BAE-4F2D-9999EC41EC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A38FE-9D26-64BB-578D-90D850F6BD86}"/>
              </a:ext>
            </a:extLst>
          </p:cNvPr>
          <p:cNvSpPr>
            <a:spLocks noGrp="1"/>
          </p:cNvSpPr>
          <p:nvPr>
            <p:ph type="body" idx="1"/>
          </p:nvPr>
        </p:nvSpPr>
        <p:spPr/>
        <p:txBody>
          <a:bodyPr/>
          <a:lstStyle/>
          <a:p>
            <a:pPr marL="171450" lvl="0" indent="-171450">
              <a:buFont typeface="Arial" panose="020B0604020202020204" pitchFamily="34" charset="0"/>
              <a:buChar char="•"/>
            </a:pPr>
            <a:r>
              <a:rPr lang="en-US" sz="1200" kern="1200" dirty="0">
                <a:solidFill>
                  <a:schemeClr val="tx1"/>
                </a:solidFill>
                <a:effectLst/>
                <a:latin typeface="Verdana" panose="020B0604030504040204" pitchFamily="34" charset="0"/>
                <a:ea typeface="+mn-ea"/>
                <a:cs typeface="+mn-cs"/>
              </a:rPr>
              <a:t>As our market and customer needs continue to rapidly evolve, we’ve embraced change, identified opportunities, and have made headway to become a more competitive and agile company.</a:t>
            </a:r>
          </a:p>
          <a:p>
            <a:pPr marL="0" indent="0">
              <a:buFont typeface="Arial" panose="020B0604020202020204" pitchFamily="34" charset="0"/>
              <a:buNone/>
            </a:pPr>
            <a:endParaRPr lang="en-US" sz="1200" kern="1200" dirty="0">
              <a:solidFill>
                <a:schemeClr val="tx1"/>
              </a:solidFill>
              <a:effectLst/>
              <a:latin typeface="Verdana" panose="020B0604030504040204" pitchFamily="34" charset="0"/>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Verdana" panose="020B0604030504040204" pitchFamily="34" charset="0"/>
                <a:ea typeface="+mn-ea"/>
                <a:cs typeface="+mn-cs"/>
              </a:rPr>
              <a:t>Our company’s Transformation supports our strategy as we streamline, modernize and invest so we can always operate from a position of strength.</a:t>
            </a:r>
            <a:br>
              <a:rPr lang="en-US" sz="1200" kern="1200" dirty="0">
                <a:solidFill>
                  <a:schemeClr val="tx1"/>
                </a:solidFill>
                <a:effectLst/>
                <a:latin typeface="Verdana" panose="020B0604030504040204" pitchFamily="34" charset="0"/>
                <a:ea typeface="+mn-ea"/>
                <a:cs typeface="+mn-cs"/>
              </a:rPr>
            </a:br>
            <a:r>
              <a:rPr lang="en-US" sz="1200" kern="1200" dirty="0">
                <a:solidFill>
                  <a:schemeClr val="tx1"/>
                </a:solidFill>
                <a:effectLst/>
                <a:latin typeface="Verdana" panose="020B0604030504040204" pitchFamily="34" charset="0"/>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Verdana" panose="020B0604030504040204" pitchFamily="34" charset="0"/>
                <a:ea typeface="+mn-ea"/>
                <a:cs typeface="+mn-cs"/>
              </a:rPr>
              <a:t>We’ve identified six mega trends that we believe will have the biggest impact on our business. Each of those megatrends creates both opportunities, but as well challenges for us in the future… </a:t>
            </a:r>
          </a:p>
        </p:txBody>
      </p:sp>
      <p:sp>
        <p:nvSpPr>
          <p:cNvPr id="4" name="Slide Number Placeholder 3">
            <a:extLst>
              <a:ext uri="{FF2B5EF4-FFF2-40B4-BE49-F238E27FC236}">
                <a16:creationId xmlns:a16="http://schemas.microsoft.com/office/drawing/2014/main" id="{61ECB7FD-87AB-DEEB-90FE-C94CEA991588}"/>
              </a:ext>
            </a:extLst>
          </p:cNvPr>
          <p:cNvSpPr>
            <a:spLocks noGrp="1"/>
          </p:cNvSpPr>
          <p:nvPr>
            <p:ph type="sldNum" sz="quarter" idx="10"/>
          </p:nvPr>
        </p:nvSpPr>
        <p:spPr/>
        <p:txBody>
          <a:bodyPr/>
          <a:lstStyle/>
          <a:p>
            <a:fld id="{3CD49DB1-CF9B-2D4C-BCA2-7748C581686D}" type="slidenum">
              <a:rPr lang="en-US" smtClean="0"/>
              <a:pPr/>
              <a:t>14</a:t>
            </a:fld>
            <a:endParaRPr lang="en-US" dirty="0"/>
          </a:p>
        </p:txBody>
      </p:sp>
    </p:spTree>
    <p:extLst>
      <p:ext uri="{BB962C8B-B14F-4D97-AF65-F5344CB8AC3E}">
        <p14:creationId xmlns:p14="http://schemas.microsoft.com/office/powerpoint/2010/main" val="3172488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12DCB-E7F6-8FE4-B891-D05744188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705817-9CCD-AC23-248C-763E900211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A11DE-4DC1-3870-AD04-F8360512A0C2}"/>
              </a:ext>
            </a:extLst>
          </p:cNvPr>
          <p:cNvSpPr>
            <a:spLocks noGrp="1"/>
          </p:cNvSpPr>
          <p:nvPr>
            <p:ph type="body" idx="1"/>
          </p:nvPr>
        </p:nvSpPr>
        <p:spPr/>
        <p:txBody>
          <a:bodyPr/>
          <a:lstStyle/>
          <a:p>
            <a:pPr marL="171450" lvl="0" indent="-171450">
              <a:buFont typeface="Arial" panose="020B0604020202020204" pitchFamily="34" charset="0"/>
              <a:buChar char="•"/>
            </a:pPr>
            <a:r>
              <a:rPr lang="en-US" sz="1200" kern="1200" dirty="0">
                <a:solidFill>
                  <a:schemeClr val="tx1"/>
                </a:solidFill>
                <a:effectLst/>
                <a:latin typeface="Verdana" panose="020B0604030504040204" pitchFamily="34" charset="0"/>
                <a:ea typeface="+mn-ea"/>
                <a:cs typeface="+mn-cs"/>
              </a:rPr>
              <a:t>As our market and customer needs continue to rapidly evolve, we’ve embraced change, identified opportunities, and have made headway to become a more competitive and agile company.</a:t>
            </a:r>
          </a:p>
          <a:p>
            <a:pPr marL="0" indent="0">
              <a:buFont typeface="Arial" panose="020B0604020202020204" pitchFamily="34" charset="0"/>
              <a:buNone/>
            </a:pPr>
            <a:endParaRPr lang="en-US" sz="1200" kern="1200" dirty="0">
              <a:solidFill>
                <a:schemeClr val="tx1"/>
              </a:solidFill>
              <a:effectLst/>
              <a:latin typeface="Verdana" panose="020B0604030504040204" pitchFamily="34" charset="0"/>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Verdana" panose="020B0604030504040204" pitchFamily="34" charset="0"/>
                <a:ea typeface="+mn-ea"/>
                <a:cs typeface="+mn-cs"/>
              </a:rPr>
              <a:t>Our company’s Transformation supports our strategy as we streamline, modernize and invest so we can always operate from a position of strength.</a:t>
            </a:r>
            <a:br>
              <a:rPr lang="en-US" sz="1200" kern="1200" dirty="0">
                <a:solidFill>
                  <a:schemeClr val="tx1"/>
                </a:solidFill>
                <a:effectLst/>
                <a:latin typeface="Verdana" panose="020B0604030504040204" pitchFamily="34" charset="0"/>
                <a:ea typeface="+mn-ea"/>
                <a:cs typeface="+mn-cs"/>
              </a:rPr>
            </a:br>
            <a:r>
              <a:rPr lang="en-US" sz="1200" kern="1200" dirty="0">
                <a:solidFill>
                  <a:schemeClr val="tx1"/>
                </a:solidFill>
                <a:effectLst/>
                <a:latin typeface="Verdana" panose="020B0604030504040204" pitchFamily="34" charset="0"/>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Verdana" panose="020B0604030504040204" pitchFamily="34" charset="0"/>
                <a:ea typeface="+mn-ea"/>
                <a:cs typeface="+mn-cs"/>
              </a:rPr>
              <a:t>We’ve identified six mega trends that we believe will have the biggest impact on our business. Each of those megatrends creates both opportunities, but as well challenges for us in the future… </a:t>
            </a:r>
          </a:p>
        </p:txBody>
      </p:sp>
      <p:sp>
        <p:nvSpPr>
          <p:cNvPr id="4" name="Slide Number Placeholder 3">
            <a:extLst>
              <a:ext uri="{FF2B5EF4-FFF2-40B4-BE49-F238E27FC236}">
                <a16:creationId xmlns:a16="http://schemas.microsoft.com/office/drawing/2014/main" id="{B4706A0A-669E-F415-262E-7E6AFC89C71E}"/>
              </a:ext>
            </a:extLst>
          </p:cNvPr>
          <p:cNvSpPr>
            <a:spLocks noGrp="1"/>
          </p:cNvSpPr>
          <p:nvPr>
            <p:ph type="sldNum" sz="quarter" idx="10"/>
          </p:nvPr>
        </p:nvSpPr>
        <p:spPr/>
        <p:txBody>
          <a:bodyPr/>
          <a:lstStyle/>
          <a:p>
            <a:fld id="{3CD49DB1-CF9B-2D4C-BCA2-7748C581686D}" type="slidenum">
              <a:rPr lang="en-US" smtClean="0"/>
              <a:pPr/>
              <a:t>17</a:t>
            </a:fld>
            <a:endParaRPr lang="en-US" dirty="0"/>
          </a:p>
        </p:txBody>
      </p:sp>
    </p:spTree>
    <p:extLst>
      <p:ext uri="{BB962C8B-B14F-4D97-AF65-F5344CB8AC3E}">
        <p14:creationId xmlns:p14="http://schemas.microsoft.com/office/powerpoint/2010/main" val="33368991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1_Horiz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87C729-1E7F-024C-1214-DC8C241B580F}"/>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8" name="Right Triangle 7">
            <a:extLst>
              <a:ext uri="{FF2B5EF4-FFF2-40B4-BE49-F238E27FC236}">
                <a16:creationId xmlns:a16="http://schemas.microsoft.com/office/drawing/2014/main" id="{399628E0-5F15-B70D-F324-B51BCBC1C299}"/>
              </a:ext>
            </a:extLst>
          </p:cNvPr>
          <p:cNvSpPr>
            <a:spLocks noGrp="1" noRot="1" noMove="1" noResize="1" noEditPoints="1" noAdjustHandles="1" noChangeArrowheads="1" noChangeShapeType="1"/>
          </p:cNvSpPr>
          <p:nvPr userDrawn="1"/>
        </p:nvSpPr>
        <p:spPr>
          <a:xfrm rot="16200000">
            <a:off x="9400674" y="4066676"/>
            <a:ext cx="2791324" cy="2791324"/>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5B8AB5D-F55C-082B-49EA-C532FBD70C82}"/>
              </a:ext>
            </a:extLst>
          </p:cNvPr>
          <p:cNvPicPr>
            <a:picLocks noGrp="1" noRot="1" noChangeAspect="1" noMove="1" noResize="1" noEditPoints="1" noAdjustHandles="1" noChangeArrowheads="1" noChangeShapeType="1" noCrop="1"/>
          </p:cNvPicPr>
          <p:nvPr userDrawn="1"/>
        </p:nvPicPr>
        <p:blipFill>
          <a:blip r:embed="rId2"/>
          <a:srcRect t="11861" r="23790"/>
          <a:stretch/>
        </p:blipFill>
        <p:spPr>
          <a:xfrm rot="10800000">
            <a:off x="-4" y="1132086"/>
            <a:ext cx="12192002" cy="5725913"/>
          </a:xfrm>
          <a:prstGeom prst="rect">
            <a:avLst/>
          </a:prstGeom>
        </p:spPr>
      </p:pic>
      <p:pic>
        <p:nvPicPr>
          <p:cNvPr id="15" name="Picture 14">
            <a:extLst>
              <a:ext uri="{FF2B5EF4-FFF2-40B4-BE49-F238E27FC236}">
                <a16:creationId xmlns:a16="http://schemas.microsoft.com/office/drawing/2014/main" id="{8818C208-33FF-EB08-2B2A-3B0BE5139F07}"/>
              </a:ext>
            </a:extLst>
          </p:cNvPr>
          <p:cNvPicPr>
            <a:picLocks noGrp="1" noRot="1" noChangeAspect="1" noMove="1" noResize="1" noEditPoints="1" noAdjustHandles="1" noChangeArrowheads="1" noChangeShapeType="1" noCrop="1"/>
          </p:cNvPicPr>
          <p:nvPr userDrawn="1"/>
        </p:nvPicPr>
        <p:blipFill>
          <a:blip r:embed="rId3" cstate="screen">
            <a:extLst>
              <a:ext uri="{28A0092B-C50C-407E-A947-70E740481C1C}">
                <a14:useLocalDpi xmlns:a14="http://schemas.microsoft.com/office/drawing/2010/main"/>
              </a:ext>
            </a:extLst>
          </a:blip>
          <a:stretch>
            <a:fillRect/>
          </a:stretch>
        </p:blipFill>
        <p:spPr>
          <a:xfrm>
            <a:off x="619140" y="690064"/>
            <a:ext cx="511625" cy="613950"/>
          </a:xfrm>
          <a:prstGeom prst="rect">
            <a:avLst/>
          </a:prstGeom>
        </p:spPr>
      </p:pic>
      <p:sp>
        <p:nvSpPr>
          <p:cNvPr id="2" name="Date Placeholder 2">
            <a:extLst>
              <a:ext uri="{FF2B5EF4-FFF2-40B4-BE49-F238E27FC236}">
                <a16:creationId xmlns:a16="http://schemas.microsoft.com/office/drawing/2014/main" id="{A49E938E-D7A6-DB46-981C-C09B061CFC2B}"/>
              </a:ext>
            </a:extLst>
          </p:cNvPr>
          <p:cNvSpPr>
            <a:spLocks noGrp="1" noRot="1" noMove="1" noResize="1" noEditPoints="1" noAdjustHandles="1" noChangeArrowheads="1" noChangeShapeType="1"/>
          </p:cNvSpPr>
          <p:nvPr>
            <p:ph type="dt" sz="half" idx="10"/>
          </p:nvPr>
        </p:nvSpPr>
        <p:spPr>
          <a:xfrm>
            <a:off x="635406" y="6460580"/>
            <a:ext cx="2127135" cy="277002"/>
          </a:xfrm>
          <a:prstGeom prst="rect">
            <a:avLst/>
          </a:prstGeom>
        </p:spPr>
        <p:txBody>
          <a:bodyPr/>
          <a:lstStyle/>
          <a:p>
            <a:fld id="{DDC67203-A1A2-114F-B5AE-1771E558E9DE}" type="datetime4">
              <a:rPr lang="en-US" smtClean="0"/>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noRot="1" noMove="1" noResize="1" noEditPoints="1" noAdjustHandles="1" noChangeArrowheads="1" noChangeShapeType="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sp>
        <p:nvSpPr>
          <p:cNvPr id="16" name="TextBox 15">
            <a:extLst>
              <a:ext uri="{FF2B5EF4-FFF2-40B4-BE49-F238E27FC236}">
                <a16:creationId xmlns:a16="http://schemas.microsoft.com/office/drawing/2014/main" id="{EE510162-E0B3-8169-858A-D1085635E923}"/>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2939558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_2">
    <p:spTree>
      <p:nvGrpSpPr>
        <p:cNvPr id="1" name=""/>
        <p:cNvGrpSpPr/>
        <p:nvPr/>
      </p:nvGrpSpPr>
      <p:grpSpPr>
        <a:xfrm>
          <a:off x="0" y="0"/>
          <a:ext cx="0" cy="0"/>
          <a:chOff x="0" y="0"/>
          <a:chExt cx="0" cy="0"/>
        </a:xfrm>
      </p:grpSpPr>
      <p:pic>
        <p:nvPicPr>
          <p:cNvPr id="3" name="Picture 2" descr="A person holding a piece of paper&#10;&#10;Description automatically generated">
            <a:extLst>
              <a:ext uri="{FF2B5EF4-FFF2-40B4-BE49-F238E27FC236}">
                <a16:creationId xmlns:a16="http://schemas.microsoft.com/office/drawing/2014/main" id="{821C7C37-138E-BB18-5368-6A300494476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068956" y="0"/>
            <a:ext cx="7123044" cy="6862417"/>
          </a:xfrm>
          <a:prstGeom prst="rect">
            <a:avLst/>
          </a:prstGeom>
        </p:spPr>
      </p:pic>
      <p:pic>
        <p:nvPicPr>
          <p:cNvPr id="4" name="Picture 3">
            <a:extLst>
              <a:ext uri="{FF2B5EF4-FFF2-40B4-BE49-F238E27FC236}">
                <a16:creationId xmlns:a16="http://schemas.microsoft.com/office/drawing/2014/main" id="{B4282186-C708-6321-F19F-B811AEE350E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19140" y="690064"/>
            <a:ext cx="511625" cy="613950"/>
          </a:xfrm>
          <a:prstGeom prst="rect">
            <a:avLst/>
          </a:prstGeom>
        </p:spPr>
      </p:pic>
      <p:sp>
        <p:nvSpPr>
          <p:cNvPr id="6" name="Date Placeholder 3">
            <a:extLst>
              <a:ext uri="{FF2B5EF4-FFF2-40B4-BE49-F238E27FC236}">
                <a16:creationId xmlns:a16="http://schemas.microsoft.com/office/drawing/2014/main" id="{C8FFFED7-8EF0-2B6C-FAD6-274427629885}"/>
              </a:ext>
            </a:extLst>
          </p:cNvPr>
          <p:cNvSpPr>
            <a:spLocks noGrp="1"/>
          </p:cNvSpPr>
          <p:nvPr>
            <p:ph type="dt" sz="half" idx="2"/>
          </p:nvPr>
        </p:nvSpPr>
        <p:spPr>
          <a:xfrm>
            <a:off x="635406" y="6428427"/>
            <a:ext cx="1029153" cy="277002"/>
          </a:xfrm>
          <a:prstGeom prst="rect">
            <a:avLst/>
          </a:prstGeom>
        </p:spPr>
        <p:txBody>
          <a:bodyPr vert="horz" lIns="0" tIns="0" rIns="0" bIns="0" rtlCol="0" anchor="ctr">
            <a:noAutofit/>
          </a:bodyPr>
          <a:lstStyle>
            <a:lvl1pPr algn="l">
              <a:defRPr sz="750" b="0" i="0">
                <a:solidFill>
                  <a:srgbClr val="8C8585"/>
                </a:solidFill>
                <a:latin typeface="Verdana" panose="020B0604030504040204" pitchFamily="34" charset="0"/>
              </a:defRPr>
            </a:lvl1pPr>
          </a:lstStyle>
          <a:p>
            <a:fld id="{AD119F1B-E61C-8745-BDE8-A5401E94071A}" type="datetime4">
              <a:rPr lang="en-US" smtClean="0"/>
              <a:t>August 8, 2026</a:t>
            </a:fld>
            <a:endParaRPr lang="en-US" dirty="0"/>
          </a:p>
        </p:txBody>
      </p:sp>
      <p:sp>
        <p:nvSpPr>
          <p:cNvPr id="7" name="Slide Number Placeholder 5">
            <a:extLst>
              <a:ext uri="{FF2B5EF4-FFF2-40B4-BE49-F238E27FC236}">
                <a16:creationId xmlns:a16="http://schemas.microsoft.com/office/drawing/2014/main" id="{55B7A7D8-E0E1-DC28-4EBC-CFAB074D5CB6}"/>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sp>
        <p:nvSpPr>
          <p:cNvPr id="5" name="TextBox 4">
            <a:extLst>
              <a:ext uri="{FF2B5EF4-FFF2-40B4-BE49-F238E27FC236}">
                <a16:creationId xmlns:a16="http://schemas.microsoft.com/office/drawing/2014/main" id="{04A6ABC6-C050-EFC6-FE53-B47F5E89EDBE}"/>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2026 United Parcel Service of America, Inc. UPS, the UPS brandmark and the color brown are trademarks of United Parcel Service of America, Inc. All rights reserved.</a:t>
            </a:r>
          </a:p>
        </p:txBody>
      </p:sp>
      <p:sp>
        <p:nvSpPr>
          <p:cNvPr id="8" name="Picture Placeholder 7">
            <a:extLst>
              <a:ext uri="{FF2B5EF4-FFF2-40B4-BE49-F238E27FC236}">
                <a16:creationId xmlns:a16="http://schemas.microsoft.com/office/drawing/2014/main" id="{F6FF4A28-CB82-C1CC-C288-B883DC6B91E7}"/>
              </a:ext>
            </a:extLst>
          </p:cNvPr>
          <p:cNvSpPr>
            <a:spLocks noGrp="1"/>
          </p:cNvSpPr>
          <p:nvPr>
            <p:ph type="pic" sz="quarter" idx="10"/>
          </p:nvPr>
        </p:nvSpPr>
        <p:spPr>
          <a:xfrm>
            <a:off x="5057775" y="0"/>
            <a:ext cx="7134225" cy="6858000"/>
          </a:xfrm>
        </p:spPr>
        <p:txBody>
          <a:bodyPr/>
          <a:lstStyle/>
          <a:p>
            <a:r>
              <a:rPr lang="en-US"/>
              <a:t>Click icon to add picture</a:t>
            </a:r>
          </a:p>
        </p:txBody>
      </p:sp>
    </p:spTree>
    <p:extLst>
      <p:ext uri="{BB962C8B-B14F-4D97-AF65-F5344CB8AC3E}">
        <p14:creationId xmlns:p14="http://schemas.microsoft.com/office/powerpoint/2010/main" val="408307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3">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3D4504-03A9-C265-0B51-C10A3DA0DF9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5516" y="-1"/>
            <a:ext cx="7123044" cy="6862417"/>
          </a:xfrm>
          <a:prstGeom prst="rect">
            <a:avLst/>
          </a:prstGeom>
        </p:spPr>
      </p:pic>
      <p:sp>
        <p:nvSpPr>
          <p:cNvPr id="9" name="Picture Placeholder 8">
            <a:extLst>
              <a:ext uri="{FF2B5EF4-FFF2-40B4-BE49-F238E27FC236}">
                <a16:creationId xmlns:a16="http://schemas.microsoft.com/office/drawing/2014/main" id="{6AF690FF-481D-D9F4-FAF5-4F03D03CE014}"/>
              </a:ext>
            </a:extLst>
          </p:cNvPr>
          <p:cNvSpPr>
            <a:spLocks noGrp="1"/>
          </p:cNvSpPr>
          <p:nvPr>
            <p:ph type="pic" sz="quarter" idx="11"/>
          </p:nvPr>
        </p:nvSpPr>
        <p:spPr>
          <a:xfrm>
            <a:off x="-15875" y="0"/>
            <a:ext cx="7123113" cy="6858000"/>
          </a:xfrm>
        </p:spPr>
        <p:txBody>
          <a:bodyPr/>
          <a:lstStyle/>
          <a:p>
            <a:r>
              <a:rPr lang="en-US"/>
              <a:t>Click icon to add picture</a:t>
            </a:r>
          </a:p>
        </p:txBody>
      </p:sp>
      <p:pic>
        <p:nvPicPr>
          <p:cNvPr id="5" name="Picture 4">
            <a:extLst>
              <a:ext uri="{FF2B5EF4-FFF2-40B4-BE49-F238E27FC236}">
                <a16:creationId xmlns:a16="http://schemas.microsoft.com/office/drawing/2014/main" id="{2614AC37-BAED-C698-30A8-A024074D57D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19140" y="690064"/>
            <a:ext cx="511625" cy="613950"/>
          </a:xfrm>
          <a:prstGeom prst="rect">
            <a:avLst/>
          </a:prstGeom>
        </p:spPr>
      </p:pic>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lvl1pPr>
              <a:defRPr>
                <a:solidFill>
                  <a:schemeClr val="bg1"/>
                </a:solidFill>
              </a:defRPr>
            </a:lvl1pPr>
          </a:lstStyle>
          <a:p>
            <a:fld id="{F93D3E52-0E65-A040-BB7A-D69462BFFF73}" type="datetime4">
              <a:rPr lang="en-US" smtClean="0"/>
              <a:t>August 8, 2026</a:t>
            </a:fld>
            <a:endParaRPr lang="en-US" dirty="0"/>
          </a:p>
        </p:txBody>
      </p:sp>
      <p:sp>
        <p:nvSpPr>
          <p:cNvPr id="6" name="TextBox 5">
            <a:extLst>
              <a:ext uri="{FF2B5EF4-FFF2-40B4-BE49-F238E27FC236}">
                <a16:creationId xmlns:a16="http://schemas.microsoft.com/office/drawing/2014/main" id="{4F8ADC5D-7B77-16C1-E27F-001F06AF07DB}"/>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chemeClr val="bg1"/>
                </a:solidFill>
                <a:latin typeface="Verdana" panose="020B0604030504040204" pitchFamily="34" charset="0"/>
              </a:rPr>
              <a:t>© 2026 United Parcel Service of America, Inc. UPS, the UPS brandmark and the color brown are trademarks of United </a:t>
            </a:r>
            <a:r>
              <a:rPr lang="en-US" sz="450" b="0" i="0" dirty="0">
                <a:solidFill>
                  <a:srgbClr val="595555"/>
                </a:solidFill>
                <a:latin typeface="Verdana" panose="020B0604030504040204" pitchFamily="34" charset="0"/>
              </a:rPr>
              <a:t>Parcel Service of America, Inc. All rights reserved.</a:t>
            </a:r>
          </a:p>
        </p:txBody>
      </p:sp>
      <p:sp>
        <p:nvSpPr>
          <p:cNvPr id="7" name="Slide Number Placeholder 5">
            <a:extLst>
              <a:ext uri="{FF2B5EF4-FFF2-40B4-BE49-F238E27FC236}">
                <a16:creationId xmlns:a16="http://schemas.microsoft.com/office/drawing/2014/main" id="{6773338C-BCBE-64AF-604E-2471EC673AE4}"/>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tx2"/>
                </a:solidFill>
                <a:latin typeface="Verdana" panose="020B0604030504040204" pitchFamily="34" charset="0"/>
              </a:defRPr>
            </a:lvl1pPr>
          </a:lstStyle>
          <a:p>
            <a:fld id="{4FA92F45-BA5D-4C7A-ACC7-D44B34072B97}" type="slidenum">
              <a:rPr lang="en-US" smtClean="0"/>
              <a:pPr/>
              <a:t>‹#›</a:t>
            </a:fld>
            <a:endParaRPr lang="en-US" dirty="0"/>
          </a:p>
        </p:txBody>
      </p:sp>
    </p:spTree>
    <p:extLst>
      <p:ext uri="{BB962C8B-B14F-4D97-AF65-F5344CB8AC3E}">
        <p14:creationId xmlns:p14="http://schemas.microsoft.com/office/powerpoint/2010/main" val="3696923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over_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364BDF-E7C7-FE8A-B14F-11E93BB0172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0800000" flipH="1" flipV="1">
            <a:off x="0" y="0"/>
            <a:ext cx="4901045" cy="6858000"/>
          </a:xfrm>
          <a:prstGeom prst="rect">
            <a:avLst/>
          </a:prstGeom>
        </p:spPr>
      </p:pic>
      <p:pic>
        <p:nvPicPr>
          <p:cNvPr id="5" name="Picture 4">
            <a:extLst>
              <a:ext uri="{FF2B5EF4-FFF2-40B4-BE49-F238E27FC236}">
                <a16:creationId xmlns:a16="http://schemas.microsoft.com/office/drawing/2014/main" id="{A74A8604-1CDE-1581-448C-EF9F0589371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19140" y="690064"/>
            <a:ext cx="511625" cy="613950"/>
          </a:xfrm>
          <a:prstGeom prst="rect">
            <a:avLst/>
          </a:prstGeom>
        </p:spPr>
      </p:pic>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lvl1pPr>
              <a:defRPr>
                <a:solidFill>
                  <a:schemeClr val="bg1"/>
                </a:solidFill>
              </a:defRPr>
            </a:lvl1pPr>
          </a:lstStyle>
          <a:p>
            <a:fld id="{DDC67203-A1A2-114F-B5AE-1771E558E9DE}" type="datetime4">
              <a:rPr lang="en-US" smtClean="0"/>
              <a:pPr/>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tx2"/>
                </a:solidFill>
                <a:latin typeface="Verdana" panose="020B0604030504040204" pitchFamily="34" charset="0"/>
              </a:defRPr>
            </a:lvl1pPr>
          </a:lstStyle>
          <a:p>
            <a:fld id="{4FA92F45-BA5D-4C7A-ACC7-D44B34072B97}" type="slidenum">
              <a:rPr lang="en-US" smtClean="0"/>
              <a:pPr/>
              <a:t>‹#›</a:t>
            </a:fld>
            <a:endParaRPr lang="en-US" dirty="0"/>
          </a:p>
        </p:txBody>
      </p:sp>
      <p:sp>
        <p:nvSpPr>
          <p:cNvPr id="6" name="TextBox 5">
            <a:extLst>
              <a:ext uri="{FF2B5EF4-FFF2-40B4-BE49-F238E27FC236}">
                <a16:creationId xmlns:a16="http://schemas.microsoft.com/office/drawing/2014/main" id="{E7E96D8E-6596-A1F9-8C2C-50D0E06203E5}"/>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288418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over_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CC6753-5D22-12AD-5D6D-176765B9E4BF}"/>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pic>
        <p:nvPicPr>
          <p:cNvPr id="5" name="Picture 4">
            <a:extLst>
              <a:ext uri="{FF2B5EF4-FFF2-40B4-BE49-F238E27FC236}">
                <a16:creationId xmlns:a16="http://schemas.microsoft.com/office/drawing/2014/main" id="{8B77054E-7A99-AF02-7B4A-4AF72DC0A348}"/>
              </a:ext>
            </a:extLst>
          </p:cNvPr>
          <p:cNvPicPr>
            <a:picLocks noGrp="1" noRot="1" noChangeAspect="1" noMove="1" noResize="1" noEditPoints="1" noAdjustHandles="1" noChangeArrowheads="1" noChangeShapeType="1" noCrop="1"/>
          </p:cNvPicPr>
          <p:nvPr userDrawn="1"/>
        </p:nvPicPr>
        <p:blipFill>
          <a:blip r:embed="rId2"/>
          <a:srcRect l="23587" r="23175"/>
          <a:stretch/>
        </p:blipFill>
        <p:spPr>
          <a:xfrm>
            <a:off x="5743074" y="0"/>
            <a:ext cx="6448926" cy="6858000"/>
          </a:xfrm>
          <a:prstGeom prst="rect">
            <a:avLst/>
          </a:prstGeom>
        </p:spPr>
      </p:pic>
      <p:pic>
        <p:nvPicPr>
          <p:cNvPr id="6" name="Picture 5">
            <a:extLst>
              <a:ext uri="{FF2B5EF4-FFF2-40B4-BE49-F238E27FC236}">
                <a16:creationId xmlns:a16="http://schemas.microsoft.com/office/drawing/2014/main" id="{69D57ED4-9548-4FF1-3D8D-7D700BF381D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19140" y="690064"/>
            <a:ext cx="511625" cy="613950"/>
          </a:xfrm>
          <a:prstGeom prst="rect">
            <a:avLst/>
          </a:prstGeom>
        </p:spPr>
      </p:pic>
      <p:sp>
        <p:nvSpPr>
          <p:cNvPr id="7" name="TextBox 6">
            <a:extLst>
              <a:ext uri="{FF2B5EF4-FFF2-40B4-BE49-F238E27FC236}">
                <a16:creationId xmlns:a16="http://schemas.microsoft.com/office/drawing/2014/main" id="{7CBD9114-DEE7-9256-725A-AED34B344792}"/>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chemeClr val="bg1"/>
                </a:solidFill>
                <a:latin typeface="Verdana" panose="020B0604030504040204" pitchFamily="34" charset="0"/>
              </a:rPr>
              <a:t>© 2026 United Parcel Service of America, Inc. UPS, the UPS brandmark and the color brown are trademarks of United Parcel Service of America, Inc. All rights reserved.</a:t>
            </a:r>
          </a:p>
        </p:txBody>
      </p:sp>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lvl1pPr>
              <a:defRPr>
                <a:solidFill>
                  <a:schemeClr val="bg1"/>
                </a:solidFill>
              </a:defRPr>
            </a:lvl1pPr>
          </a:lstStyle>
          <a:p>
            <a:fld id="{09E7DECD-A930-E74A-9EE3-E43CF01B8382}" type="datetime4">
              <a:rPr lang="en-US" smtClean="0"/>
              <a:t>August 8, 2026</a:t>
            </a:fld>
            <a:endParaRPr lang="en-US" dirty="0"/>
          </a:p>
        </p:txBody>
      </p:sp>
      <p:sp>
        <p:nvSpPr>
          <p:cNvPr id="3" name="Slide Number Placeholder 4">
            <a:extLst>
              <a:ext uri="{FF2B5EF4-FFF2-40B4-BE49-F238E27FC236}">
                <a16:creationId xmlns:a16="http://schemas.microsoft.com/office/drawing/2014/main" id="{C79802D6-AA84-F148-8226-92CC49B218AC}"/>
              </a:ext>
            </a:extLst>
          </p:cNvPr>
          <p:cNvSpPr>
            <a:spLocks noGrp="1"/>
          </p:cNvSpPr>
          <p:nvPr>
            <p:ph type="sldNum" sz="quarter" idx="12"/>
          </p:nvPr>
        </p:nvSpPr>
        <p:spPr>
          <a:xfrm>
            <a:off x="11018114" y="6433629"/>
            <a:ext cx="538480" cy="277002"/>
          </a:xfrm>
          <a:prstGeom prst="rect">
            <a:avLst/>
          </a:prstGeom>
        </p:spPr>
        <p:txBody>
          <a:bodyPr/>
          <a:lstStyle>
            <a:lvl1pPr>
              <a:defRPr>
                <a:solidFill>
                  <a:schemeClr val="bg1"/>
                </a:solidFill>
              </a:defRPr>
            </a:lvl1pPr>
          </a:lstStyle>
          <a:p>
            <a:fld id="{4FA92F45-BA5D-4C7A-ACC7-D44B34072B97}" type="slidenum">
              <a:rPr lang="en-US" smtClean="0"/>
              <a:pPr/>
              <a:t>‹#›</a:t>
            </a:fld>
            <a:endParaRPr lang="en-US" dirty="0"/>
          </a:p>
        </p:txBody>
      </p:sp>
    </p:spTree>
    <p:extLst>
      <p:ext uri="{BB962C8B-B14F-4D97-AF65-F5344CB8AC3E}">
        <p14:creationId xmlns:p14="http://schemas.microsoft.com/office/powerpoint/2010/main" val="2040122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_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010EF0-8AF6-5D13-80BE-73CF28404B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068957" y="-1"/>
            <a:ext cx="7123044" cy="6862417"/>
          </a:xfrm>
          <a:prstGeom prst="rect">
            <a:avLst/>
          </a:prstGeom>
        </p:spPr>
      </p:pic>
      <p:sp>
        <p:nvSpPr>
          <p:cNvPr id="7" name="Picture Placeholder 6">
            <a:extLst>
              <a:ext uri="{FF2B5EF4-FFF2-40B4-BE49-F238E27FC236}">
                <a16:creationId xmlns:a16="http://schemas.microsoft.com/office/drawing/2014/main" id="{6796A1AA-C8CB-C18C-E315-E147D54E98F0}"/>
              </a:ext>
            </a:extLst>
          </p:cNvPr>
          <p:cNvSpPr>
            <a:spLocks noGrp="1"/>
          </p:cNvSpPr>
          <p:nvPr>
            <p:ph type="pic" sz="quarter" idx="11"/>
          </p:nvPr>
        </p:nvSpPr>
        <p:spPr>
          <a:xfrm>
            <a:off x="5068888" y="0"/>
            <a:ext cx="7123112" cy="6858000"/>
          </a:xfrm>
        </p:spPr>
        <p:txBody>
          <a:bodyPr/>
          <a:lstStyle/>
          <a:p>
            <a:r>
              <a:rPr lang="en-US"/>
              <a:t>Click icon to add picture</a:t>
            </a:r>
          </a:p>
        </p:txBody>
      </p:sp>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p>
            <a:fld id="{DDC67203-A1A2-114F-B5AE-1771E558E9DE}" type="datetime4">
              <a:rPr lang="en-US" smtClean="0"/>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tx2"/>
                </a:solidFill>
                <a:latin typeface="Verdana" panose="020B0604030504040204" pitchFamily="34" charset="0"/>
              </a:defRPr>
            </a:lvl1pPr>
          </a:lstStyle>
          <a:p>
            <a:fld id="{4FA92F45-BA5D-4C7A-ACC7-D44B34072B97}" type="slidenum">
              <a:rPr lang="en-US" smtClean="0"/>
              <a:pPr/>
              <a:t>‹#›</a:t>
            </a:fld>
            <a:endParaRPr lang="en-US" dirty="0"/>
          </a:p>
        </p:txBody>
      </p:sp>
    </p:spTree>
    <p:extLst>
      <p:ext uri="{BB962C8B-B14F-4D97-AF65-F5344CB8AC3E}">
        <p14:creationId xmlns:p14="http://schemas.microsoft.com/office/powerpoint/2010/main" val="1929538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_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63E010C-1EE7-90CF-6758-9790A070AE29}"/>
              </a:ext>
            </a:extLst>
          </p:cNvPr>
          <p:cNvSpPr/>
          <p:nvPr userDrawn="1"/>
        </p:nvSpPr>
        <p:spPr>
          <a:xfrm>
            <a:off x="5904089" y="0"/>
            <a:ext cx="6287911"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E60AA20-00B0-7180-CC38-E73D7871F821}"/>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2025 United Parcel Service of America, Inc. UPS, the UPS brandmark and the color brown are trademarks of United Parcel Service of America, Inc. All rights reserved.</a:t>
            </a:r>
          </a:p>
        </p:txBody>
      </p:sp>
      <p:sp>
        <p:nvSpPr>
          <p:cNvPr id="6" name="Date Placeholder 3">
            <a:extLst>
              <a:ext uri="{FF2B5EF4-FFF2-40B4-BE49-F238E27FC236}">
                <a16:creationId xmlns:a16="http://schemas.microsoft.com/office/drawing/2014/main" id="{F8954782-516D-FE91-3C5D-F5309CC9F6B0}"/>
              </a:ext>
            </a:extLst>
          </p:cNvPr>
          <p:cNvSpPr>
            <a:spLocks noGrp="1"/>
          </p:cNvSpPr>
          <p:nvPr>
            <p:ph type="dt" sz="half" idx="2"/>
          </p:nvPr>
        </p:nvSpPr>
        <p:spPr>
          <a:xfrm>
            <a:off x="635406" y="6428427"/>
            <a:ext cx="1029153" cy="277002"/>
          </a:xfrm>
          <a:prstGeom prst="rect">
            <a:avLst/>
          </a:prstGeom>
        </p:spPr>
        <p:txBody>
          <a:bodyPr vert="horz" lIns="0" tIns="0" rIns="0" bIns="0" rtlCol="0" anchor="ctr">
            <a:noAutofit/>
          </a:bodyPr>
          <a:lstStyle>
            <a:lvl1pPr algn="l">
              <a:defRPr sz="750" b="0" i="0">
                <a:solidFill>
                  <a:srgbClr val="8C8585"/>
                </a:solidFill>
                <a:latin typeface="Verdana" panose="020B0604030504040204" pitchFamily="34" charset="0"/>
              </a:defRPr>
            </a:lvl1pPr>
          </a:lstStyle>
          <a:p>
            <a:fld id="{1D2444F6-F5DC-8B4F-AE74-20E3BCE78091}" type="datetime4">
              <a:rPr lang="en-US" smtClean="0"/>
              <a:t>August 8, 2026</a:t>
            </a:fld>
            <a:endParaRPr lang="en-US" dirty="0"/>
          </a:p>
        </p:txBody>
      </p:sp>
      <p:sp>
        <p:nvSpPr>
          <p:cNvPr id="7" name="Slide Number Placeholder 5">
            <a:extLst>
              <a:ext uri="{FF2B5EF4-FFF2-40B4-BE49-F238E27FC236}">
                <a16:creationId xmlns:a16="http://schemas.microsoft.com/office/drawing/2014/main" id="{5929E4C4-8DCB-BEB3-D826-882C39A7C256}"/>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spTree>
    <p:extLst>
      <p:ext uri="{BB962C8B-B14F-4D97-AF65-F5344CB8AC3E}">
        <p14:creationId xmlns:p14="http://schemas.microsoft.com/office/powerpoint/2010/main" val="3413121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_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63E010C-1EE7-90CF-6758-9790A070AE29}"/>
              </a:ext>
            </a:extLst>
          </p:cNvPr>
          <p:cNvSpPr/>
          <p:nvPr userDrawn="1"/>
        </p:nvSpPr>
        <p:spPr>
          <a:xfrm>
            <a:off x="5904089" y="0"/>
            <a:ext cx="6287911"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E60AA20-00B0-7180-CC38-E73D7871F821}"/>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2026 United Parcel Service of America, Inc. UPS, the UPS brandmark and the color brown are trademarks of United Parcel Service of America, Inc. All rights reserved.</a:t>
            </a:r>
          </a:p>
        </p:txBody>
      </p:sp>
      <p:sp>
        <p:nvSpPr>
          <p:cNvPr id="6" name="Date Placeholder 3">
            <a:extLst>
              <a:ext uri="{FF2B5EF4-FFF2-40B4-BE49-F238E27FC236}">
                <a16:creationId xmlns:a16="http://schemas.microsoft.com/office/drawing/2014/main" id="{F8954782-516D-FE91-3C5D-F5309CC9F6B0}"/>
              </a:ext>
            </a:extLst>
          </p:cNvPr>
          <p:cNvSpPr>
            <a:spLocks noGrp="1"/>
          </p:cNvSpPr>
          <p:nvPr>
            <p:ph type="dt" sz="half" idx="2"/>
          </p:nvPr>
        </p:nvSpPr>
        <p:spPr>
          <a:xfrm>
            <a:off x="635406" y="6428427"/>
            <a:ext cx="1029153" cy="277002"/>
          </a:xfrm>
          <a:prstGeom prst="rect">
            <a:avLst/>
          </a:prstGeom>
        </p:spPr>
        <p:txBody>
          <a:bodyPr vert="horz" lIns="0" tIns="0" rIns="0" bIns="0" rtlCol="0" anchor="ctr">
            <a:noAutofit/>
          </a:bodyPr>
          <a:lstStyle>
            <a:lvl1pPr algn="l">
              <a:defRPr sz="750" b="0" i="0">
                <a:solidFill>
                  <a:srgbClr val="8C8585"/>
                </a:solidFill>
                <a:latin typeface="Verdana" panose="020B0604030504040204" pitchFamily="34" charset="0"/>
              </a:defRPr>
            </a:lvl1pPr>
          </a:lstStyle>
          <a:p>
            <a:fld id="{8F38B6B5-2B92-D347-A399-69BB8F71B51F}" type="datetime4">
              <a:rPr lang="en-US" smtClean="0"/>
              <a:t>August 8, 2026</a:t>
            </a:fld>
            <a:endParaRPr lang="en-US" dirty="0"/>
          </a:p>
        </p:txBody>
      </p:sp>
      <p:sp>
        <p:nvSpPr>
          <p:cNvPr id="7" name="Slide Number Placeholder 5">
            <a:extLst>
              <a:ext uri="{FF2B5EF4-FFF2-40B4-BE49-F238E27FC236}">
                <a16:creationId xmlns:a16="http://schemas.microsoft.com/office/drawing/2014/main" id="{5929E4C4-8DCB-BEB3-D826-882C39A7C256}"/>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pic>
        <p:nvPicPr>
          <p:cNvPr id="2" name="Picture 1">
            <a:extLst>
              <a:ext uri="{FF2B5EF4-FFF2-40B4-BE49-F238E27FC236}">
                <a16:creationId xmlns:a16="http://schemas.microsoft.com/office/drawing/2014/main" id="{90A27B4F-8F11-E337-5682-8CA35D90F77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578599" y="925993"/>
            <a:ext cx="4978401" cy="4796245"/>
          </a:xfrm>
          <a:prstGeom prst="rect">
            <a:avLst/>
          </a:prstGeom>
        </p:spPr>
      </p:pic>
      <p:sp>
        <p:nvSpPr>
          <p:cNvPr id="8" name="Picture Placeholder 7">
            <a:extLst>
              <a:ext uri="{FF2B5EF4-FFF2-40B4-BE49-F238E27FC236}">
                <a16:creationId xmlns:a16="http://schemas.microsoft.com/office/drawing/2014/main" id="{C621534C-3D2A-7C4F-A7F4-13607206C015}"/>
              </a:ext>
            </a:extLst>
          </p:cNvPr>
          <p:cNvSpPr>
            <a:spLocks noGrp="1"/>
          </p:cNvSpPr>
          <p:nvPr>
            <p:ph type="pic" sz="quarter" idx="10"/>
          </p:nvPr>
        </p:nvSpPr>
        <p:spPr>
          <a:xfrm>
            <a:off x="6578598" y="914400"/>
            <a:ext cx="4978401" cy="4814888"/>
          </a:xfrm>
        </p:spPr>
        <p:txBody>
          <a:bodyPr/>
          <a:lstStyle/>
          <a:p>
            <a:r>
              <a:rPr lang="en-US"/>
              <a:t>Click icon to add picture</a:t>
            </a:r>
          </a:p>
        </p:txBody>
      </p:sp>
    </p:spTree>
    <p:extLst>
      <p:ext uri="{BB962C8B-B14F-4D97-AF65-F5344CB8AC3E}">
        <p14:creationId xmlns:p14="http://schemas.microsoft.com/office/powerpoint/2010/main" val="1091194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_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30ACCD1-766E-C6D2-2570-778C1A1031A2}"/>
              </a:ext>
            </a:extLst>
          </p:cNvPr>
          <p:cNvSpPr/>
          <p:nvPr userDrawn="1"/>
        </p:nvSpPr>
        <p:spPr>
          <a:xfrm>
            <a:off x="5904089" y="0"/>
            <a:ext cx="628791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85F98D8E-D995-183A-B899-AC21B50EECD1}"/>
              </a:ext>
            </a:extLst>
          </p:cNvPr>
          <p:cNvSpPr>
            <a:spLocks noGrp="1"/>
          </p:cNvSpPr>
          <p:nvPr>
            <p:ph type="dt" sz="half" idx="10"/>
          </p:nvPr>
        </p:nvSpPr>
        <p:spPr/>
        <p:txBody>
          <a:bodyPr/>
          <a:lstStyle/>
          <a:p>
            <a:fld id="{C34BFC9C-7793-4C47-B407-773013B07391}" type="datetime4">
              <a:rPr lang="en-US" smtClean="0"/>
              <a:t>August 8, 2026</a:t>
            </a:fld>
            <a:endParaRPr lang="en-US" dirty="0"/>
          </a:p>
        </p:txBody>
      </p:sp>
      <p:sp>
        <p:nvSpPr>
          <p:cNvPr id="4" name="Slide Number Placeholder 3">
            <a:extLst>
              <a:ext uri="{FF2B5EF4-FFF2-40B4-BE49-F238E27FC236}">
                <a16:creationId xmlns:a16="http://schemas.microsoft.com/office/drawing/2014/main" id="{06E55597-1E9D-BCEA-3117-DDBD1572BC68}"/>
              </a:ext>
            </a:extLst>
          </p:cNvPr>
          <p:cNvSpPr>
            <a:spLocks noGrp="1"/>
          </p:cNvSpPr>
          <p:nvPr>
            <p:ph type="sldNum" sz="quarter" idx="11"/>
          </p:nvPr>
        </p:nvSpPr>
        <p:spPr/>
        <p:txBody>
          <a:bodyPr/>
          <a:lstStyle/>
          <a:p>
            <a:fld id="{4FA92F45-BA5D-4C7A-ACC7-D44B34072B97}" type="slidenum">
              <a:rPr lang="en-US" smtClean="0"/>
              <a:pPr/>
              <a:t>‹#›</a:t>
            </a:fld>
            <a:endParaRPr lang="en-US" dirty="0"/>
          </a:p>
        </p:txBody>
      </p:sp>
      <p:pic>
        <p:nvPicPr>
          <p:cNvPr id="5" name="Picture 4">
            <a:extLst>
              <a:ext uri="{FF2B5EF4-FFF2-40B4-BE49-F238E27FC236}">
                <a16:creationId xmlns:a16="http://schemas.microsoft.com/office/drawing/2014/main" id="{24CC254A-BC10-EDD3-5343-FAB773019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006281" y="924600"/>
            <a:ext cx="4550313" cy="4579227"/>
          </a:xfrm>
          <a:prstGeom prst="rect">
            <a:avLst/>
          </a:prstGeom>
        </p:spPr>
      </p:pic>
      <p:sp>
        <p:nvSpPr>
          <p:cNvPr id="7" name="Picture Placeholder 6">
            <a:extLst>
              <a:ext uri="{FF2B5EF4-FFF2-40B4-BE49-F238E27FC236}">
                <a16:creationId xmlns:a16="http://schemas.microsoft.com/office/drawing/2014/main" id="{51443826-663C-960A-AAC6-CB3A2E7D2C90}"/>
              </a:ext>
            </a:extLst>
          </p:cNvPr>
          <p:cNvSpPr>
            <a:spLocks noGrp="1"/>
          </p:cNvSpPr>
          <p:nvPr>
            <p:ph type="pic" sz="quarter" idx="12"/>
          </p:nvPr>
        </p:nvSpPr>
        <p:spPr>
          <a:xfrm>
            <a:off x="7006281" y="923925"/>
            <a:ext cx="4550313" cy="4579227"/>
          </a:xfrm>
        </p:spPr>
        <p:txBody>
          <a:bodyPr/>
          <a:lstStyle/>
          <a:p>
            <a:r>
              <a:rPr lang="en-US"/>
              <a:t>Click icon to add picture</a:t>
            </a:r>
          </a:p>
        </p:txBody>
      </p:sp>
    </p:spTree>
    <p:extLst>
      <p:ext uri="{BB962C8B-B14F-4D97-AF65-F5344CB8AC3E}">
        <p14:creationId xmlns:p14="http://schemas.microsoft.com/office/powerpoint/2010/main" val="1683816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_5">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D991B5-7BA1-2BE8-5BDC-25DAB8B3C23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904088" y="-1"/>
            <a:ext cx="6287911" cy="6862417"/>
          </a:xfrm>
          <a:prstGeom prst="rect">
            <a:avLst/>
          </a:prstGeom>
        </p:spPr>
      </p:pic>
      <p:sp>
        <p:nvSpPr>
          <p:cNvPr id="3" name="Picture Placeholder 2">
            <a:extLst>
              <a:ext uri="{FF2B5EF4-FFF2-40B4-BE49-F238E27FC236}">
                <a16:creationId xmlns:a16="http://schemas.microsoft.com/office/drawing/2014/main" id="{D59A8643-987A-1E36-D7E0-C5CEF8F90CE0}"/>
              </a:ext>
            </a:extLst>
          </p:cNvPr>
          <p:cNvSpPr>
            <a:spLocks noGrp="1"/>
          </p:cNvSpPr>
          <p:nvPr>
            <p:ph type="pic" sz="quarter" idx="10"/>
          </p:nvPr>
        </p:nvSpPr>
        <p:spPr>
          <a:xfrm>
            <a:off x="5904087" y="0"/>
            <a:ext cx="6287910" cy="6858000"/>
          </a:xfrm>
        </p:spPr>
        <p:txBody>
          <a:bodyPr/>
          <a:lstStyle/>
          <a:p>
            <a:r>
              <a:rPr lang="en-US"/>
              <a:t>Click icon to add picture</a:t>
            </a:r>
          </a:p>
        </p:txBody>
      </p:sp>
      <p:sp>
        <p:nvSpPr>
          <p:cNvPr id="5" name="TextBox 4">
            <a:extLst>
              <a:ext uri="{FF2B5EF4-FFF2-40B4-BE49-F238E27FC236}">
                <a16:creationId xmlns:a16="http://schemas.microsoft.com/office/drawing/2014/main" id="{1E60AA20-00B0-7180-CC38-E73D7871F821}"/>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2026 United Parcel Service of America, Inc. UPS, the UPS brandmark and the </a:t>
            </a:r>
            <a:r>
              <a:rPr lang="en-US" sz="450" b="0" i="0" dirty="0">
                <a:solidFill>
                  <a:schemeClr val="bg1"/>
                </a:solidFill>
                <a:latin typeface="Verdana" panose="020B0604030504040204" pitchFamily="34" charset="0"/>
              </a:rPr>
              <a:t>color brown are trademarks of United Parcel Service of America, Inc. All rights reserved.</a:t>
            </a:r>
          </a:p>
        </p:txBody>
      </p:sp>
      <p:sp>
        <p:nvSpPr>
          <p:cNvPr id="6" name="Date Placeholder 3">
            <a:extLst>
              <a:ext uri="{FF2B5EF4-FFF2-40B4-BE49-F238E27FC236}">
                <a16:creationId xmlns:a16="http://schemas.microsoft.com/office/drawing/2014/main" id="{F8954782-516D-FE91-3C5D-F5309CC9F6B0}"/>
              </a:ext>
            </a:extLst>
          </p:cNvPr>
          <p:cNvSpPr>
            <a:spLocks noGrp="1"/>
          </p:cNvSpPr>
          <p:nvPr>
            <p:ph type="dt" sz="half" idx="2"/>
          </p:nvPr>
        </p:nvSpPr>
        <p:spPr>
          <a:xfrm>
            <a:off x="635406" y="6428427"/>
            <a:ext cx="1029153" cy="277002"/>
          </a:xfrm>
          <a:prstGeom prst="rect">
            <a:avLst/>
          </a:prstGeom>
        </p:spPr>
        <p:txBody>
          <a:bodyPr vert="horz" lIns="0" tIns="0" rIns="0" bIns="0" rtlCol="0" anchor="ctr">
            <a:noAutofit/>
          </a:bodyPr>
          <a:lstStyle>
            <a:lvl1pPr algn="l">
              <a:defRPr sz="750" b="0" i="0">
                <a:solidFill>
                  <a:srgbClr val="8C8585"/>
                </a:solidFill>
                <a:latin typeface="Verdana" panose="020B0604030504040204" pitchFamily="34" charset="0"/>
              </a:defRPr>
            </a:lvl1pPr>
          </a:lstStyle>
          <a:p>
            <a:fld id="{8F38B6B5-2B92-D347-A399-69BB8F71B51F}" type="datetime4">
              <a:rPr lang="en-US" smtClean="0"/>
              <a:t>August 8, 2026</a:t>
            </a:fld>
            <a:endParaRPr lang="en-US" dirty="0"/>
          </a:p>
        </p:txBody>
      </p:sp>
      <p:sp>
        <p:nvSpPr>
          <p:cNvPr id="7" name="Slide Number Placeholder 5">
            <a:extLst>
              <a:ext uri="{FF2B5EF4-FFF2-40B4-BE49-F238E27FC236}">
                <a16:creationId xmlns:a16="http://schemas.microsoft.com/office/drawing/2014/main" id="{5929E4C4-8DCB-BEB3-D826-882C39A7C256}"/>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spTree>
    <p:extLst>
      <p:ext uri="{BB962C8B-B14F-4D97-AF65-F5344CB8AC3E}">
        <p14:creationId xmlns:p14="http://schemas.microsoft.com/office/powerpoint/2010/main" val="197233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Divider_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92863C-AA62-61CB-85D3-3629ABDEB081}"/>
              </a:ext>
            </a:extLst>
          </p:cNvPr>
          <p:cNvSpPr>
            <a:spLocks noGrp="1" noRot="1" noMove="1" noResize="1" noEditPoints="1" noAdjustHandles="1" noChangeArrowheads="1" noChangeShapeType="1"/>
          </p:cNvSpPr>
          <p:nvPr userDrawn="1"/>
        </p:nvSpPr>
        <p:spPr>
          <a:xfrm>
            <a:off x="6764312" y="-5"/>
            <a:ext cx="5427688" cy="68580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AFF7EE2-9738-058C-0B88-C06EDDE86D7E}"/>
              </a:ext>
            </a:extLst>
          </p:cNvPr>
          <p:cNvPicPr>
            <a:picLocks noGrp="1" noRot="1" noChangeAspect="1" noMove="1" noResize="1" noEditPoints="1" noAdjustHandles="1" noChangeArrowheads="1" noChangeShapeType="1" noCrop="1"/>
          </p:cNvPicPr>
          <p:nvPr userDrawn="1"/>
        </p:nvPicPr>
        <p:blipFill>
          <a:blip r:embed="rId2"/>
          <a:srcRect l="5882" t="1" r="5882" b="-11934"/>
          <a:stretch/>
        </p:blipFill>
        <p:spPr>
          <a:xfrm rot="16200000">
            <a:off x="4433454" y="1662542"/>
            <a:ext cx="6858003" cy="3532908"/>
          </a:xfrm>
          <a:prstGeom prst="rect">
            <a:avLst/>
          </a:prstGeom>
        </p:spPr>
      </p:pic>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p>
            <a:fld id="{DDC67203-A1A2-114F-B5AE-1771E558E9DE}" type="datetime4">
              <a:rPr lang="en-US" smtClean="0"/>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sp>
        <p:nvSpPr>
          <p:cNvPr id="6" name="TextBox 5">
            <a:extLst>
              <a:ext uri="{FF2B5EF4-FFF2-40B4-BE49-F238E27FC236}">
                <a16:creationId xmlns:a16="http://schemas.microsoft.com/office/drawing/2014/main" id="{482A8075-4080-E36F-6829-417BA8B07528}"/>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4163463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_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63E010C-1EE7-90CF-6758-9790A070AE29}"/>
              </a:ext>
            </a:extLst>
          </p:cNvPr>
          <p:cNvSpPr/>
          <p:nvPr userDrawn="1"/>
        </p:nvSpPr>
        <p:spPr>
          <a:xfrm>
            <a:off x="5904089" y="0"/>
            <a:ext cx="628791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E60AA20-00B0-7180-CC38-E73D7871F821}"/>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2025 United Parcel Service of America, Inc. UPS, the UPS brandmark and the color brown are trademarks of United Parcel Service of America, Inc. All rights reserved.</a:t>
            </a:r>
          </a:p>
        </p:txBody>
      </p:sp>
      <p:sp>
        <p:nvSpPr>
          <p:cNvPr id="6" name="Date Placeholder 3">
            <a:extLst>
              <a:ext uri="{FF2B5EF4-FFF2-40B4-BE49-F238E27FC236}">
                <a16:creationId xmlns:a16="http://schemas.microsoft.com/office/drawing/2014/main" id="{F8954782-516D-FE91-3C5D-F5309CC9F6B0}"/>
              </a:ext>
            </a:extLst>
          </p:cNvPr>
          <p:cNvSpPr>
            <a:spLocks noGrp="1"/>
          </p:cNvSpPr>
          <p:nvPr>
            <p:ph type="dt" sz="half" idx="2"/>
          </p:nvPr>
        </p:nvSpPr>
        <p:spPr>
          <a:xfrm>
            <a:off x="635406" y="6428427"/>
            <a:ext cx="1029153" cy="277002"/>
          </a:xfrm>
          <a:prstGeom prst="rect">
            <a:avLst/>
          </a:prstGeom>
        </p:spPr>
        <p:txBody>
          <a:bodyPr vert="horz" lIns="0" tIns="0" rIns="0" bIns="0" rtlCol="0" anchor="ctr">
            <a:noAutofit/>
          </a:bodyPr>
          <a:lstStyle>
            <a:lvl1pPr algn="l">
              <a:defRPr sz="750" b="0" i="0">
                <a:solidFill>
                  <a:srgbClr val="8C8585"/>
                </a:solidFill>
                <a:latin typeface="Verdana" panose="020B0604030504040204" pitchFamily="34" charset="0"/>
              </a:defRPr>
            </a:lvl1pPr>
          </a:lstStyle>
          <a:p>
            <a:fld id="{8F38B6B5-2B92-D347-A399-69BB8F71B51F}" type="datetime4">
              <a:rPr lang="en-US" smtClean="0"/>
              <a:t>August 8, 2026</a:t>
            </a:fld>
            <a:endParaRPr lang="en-US" dirty="0"/>
          </a:p>
        </p:txBody>
      </p:sp>
      <p:sp>
        <p:nvSpPr>
          <p:cNvPr id="7" name="Slide Number Placeholder 5">
            <a:extLst>
              <a:ext uri="{FF2B5EF4-FFF2-40B4-BE49-F238E27FC236}">
                <a16:creationId xmlns:a16="http://schemas.microsoft.com/office/drawing/2014/main" id="{5929E4C4-8DCB-BEB3-D826-882C39A7C256}"/>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pic>
        <p:nvPicPr>
          <p:cNvPr id="2" name="Picture 1">
            <a:extLst>
              <a:ext uri="{FF2B5EF4-FFF2-40B4-BE49-F238E27FC236}">
                <a16:creationId xmlns:a16="http://schemas.microsoft.com/office/drawing/2014/main" id="{90A27B4F-8F11-E337-5682-8CA35D90F77B}"/>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6578599" y="1665037"/>
            <a:ext cx="4978401" cy="3318157"/>
          </a:xfrm>
          <a:prstGeom prst="rect">
            <a:avLst/>
          </a:prstGeom>
        </p:spPr>
      </p:pic>
      <p:sp>
        <p:nvSpPr>
          <p:cNvPr id="8" name="Picture Placeholder 7">
            <a:extLst>
              <a:ext uri="{FF2B5EF4-FFF2-40B4-BE49-F238E27FC236}">
                <a16:creationId xmlns:a16="http://schemas.microsoft.com/office/drawing/2014/main" id="{44807BB7-F112-7B1F-32C6-335CA6F6186A}"/>
              </a:ext>
            </a:extLst>
          </p:cNvPr>
          <p:cNvSpPr>
            <a:spLocks noGrp="1"/>
          </p:cNvSpPr>
          <p:nvPr>
            <p:ph type="pic" sz="quarter" idx="10"/>
          </p:nvPr>
        </p:nvSpPr>
        <p:spPr>
          <a:xfrm>
            <a:off x="6578599" y="1671638"/>
            <a:ext cx="4978401" cy="3318157"/>
          </a:xfrm>
        </p:spPr>
        <p:txBody>
          <a:bodyPr/>
          <a:lstStyle/>
          <a:p>
            <a:r>
              <a:rPr lang="en-US"/>
              <a:t>Click icon to add picture</a:t>
            </a:r>
          </a:p>
        </p:txBody>
      </p:sp>
    </p:spTree>
    <p:extLst>
      <p:ext uri="{BB962C8B-B14F-4D97-AF65-F5344CB8AC3E}">
        <p14:creationId xmlns:p14="http://schemas.microsoft.com/office/powerpoint/2010/main" val="1893942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Slide_1">
    <p:spTree>
      <p:nvGrpSpPr>
        <p:cNvPr id="1" name=""/>
        <p:cNvGrpSpPr/>
        <p:nvPr/>
      </p:nvGrpSpPr>
      <p:grpSpPr>
        <a:xfrm>
          <a:off x="0" y="0"/>
          <a:ext cx="0" cy="0"/>
          <a:chOff x="0" y="0"/>
          <a:chExt cx="0" cy="0"/>
        </a:xfrm>
      </p:grpSpPr>
      <p:pic>
        <p:nvPicPr>
          <p:cNvPr id="3" name="Picture 2" descr="A person holding a box and talking to another person&#10;&#10;Description automatically generated">
            <a:extLst>
              <a:ext uri="{FF2B5EF4-FFF2-40B4-BE49-F238E27FC236}">
                <a16:creationId xmlns:a16="http://schemas.microsoft.com/office/drawing/2014/main" id="{A4FAD5E5-E435-814C-E705-BE42BB6FC71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096000" y="-35405"/>
            <a:ext cx="6096000" cy="6893406"/>
          </a:xfrm>
          <a:prstGeom prst="rect">
            <a:avLst/>
          </a:prstGeom>
        </p:spPr>
      </p:pic>
      <p:sp>
        <p:nvSpPr>
          <p:cNvPr id="7" name="Picture Placeholder 6">
            <a:extLst>
              <a:ext uri="{FF2B5EF4-FFF2-40B4-BE49-F238E27FC236}">
                <a16:creationId xmlns:a16="http://schemas.microsoft.com/office/drawing/2014/main" id="{3889C260-09B5-2F95-9454-5E5F68BE256A}"/>
              </a:ext>
            </a:extLst>
          </p:cNvPr>
          <p:cNvSpPr>
            <a:spLocks noGrp="1"/>
          </p:cNvSpPr>
          <p:nvPr>
            <p:ph type="pic" sz="quarter" idx="11"/>
          </p:nvPr>
        </p:nvSpPr>
        <p:spPr>
          <a:xfrm>
            <a:off x="6096000" y="-35405"/>
            <a:ext cx="6095999" cy="6893405"/>
          </a:xfrm>
        </p:spPr>
        <p:txBody>
          <a:bodyPr/>
          <a:lstStyle/>
          <a:p>
            <a:r>
              <a:rPr lang="en-US"/>
              <a:t>Click icon to add picture</a:t>
            </a:r>
          </a:p>
        </p:txBody>
      </p:sp>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p>
            <a:fld id="{DDC67203-A1A2-114F-B5AE-1771E558E9DE}" type="datetime4">
              <a:rPr lang="en-US" smtClean="0"/>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sp>
        <p:nvSpPr>
          <p:cNvPr id="5" name="TextBox 4">
            <a:extLst>
              <a:ext uri="{FF2B5EF4-FFF2-40B4-BE49-F238E27FC236}">
                <a16:creationId xmlns:a16="http://schemas.microsoft.com/office/drawing/2014/main" id="{B5048AB6-C9A9-9BA6-6EFA-EE6D57690EDD}"/>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1859930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ontentSlide_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A38BEB-1F4F-8CE6-2DF5-E98919AD71B4}"/>
              </a:ext>
            </a:extLst>
          </p:cNvPr>
          <p:cNvPicPr>
            <a:picLocks noGrp="1" noRot="1" noChangeAspect="1" noMove="1" noResize="1" noEditPoints="1" noAdjustHandles="1" noChangeArrowheads="1" noChangeShapeType="1" noCrop="1"/>
          </p:cNvPicPr>
          <p:nvPr userDrawn="1"/>
        </p:nvPicPr>
        <p:blipFill>
          <a:blip r:embed="rId2"/>
          <a:srcRect l="23391" r="23392"/>
          <a:stretch/>
        </p:blipFill>
        <p:spPr>
          <a:xfrm>
            <a:off x="5743071" y="-21056"/>
            <a:ext cx="6448929" cy="6900112"/>
          </a:xfrm>
          <a:prstGeom prst="rect">
            <a:avLst/>
          </a:prstGeom>
          <a:solidFill>
            <a:schemeClr val="accent1"/>
          </a:solidFill>
        </p:spPr>
      </p:pic>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p>
            <a:fld id="{DDC67203-A1A2-114F-B5AE-1771E558E9DE}" type="datetime4">
              <a:rPr lang="en-US" smtClean="0"/>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sp>
        <p:nvSpPr>
          <p:cNvPr id="5" name="TextBox 4">
            <a:extLst>
              <a:ext uri="{FF2B5EF4-FFF2-40B4-BE49-F238E27FC236}">
                <a16:creationId xmlns:a16="http://schemas.microsoft.com/office/drawing/2014/main" id="{2E1CAFEF-16A8-A775-FDDA-7A501FEDC9CA}"/>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1378052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ontentSlide_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A38BEB-1F4F-8CE6-2DF5-E98919AD71B4}"/>
              </a:ext>
            </a:extLst>
          </p:cNvPr>
          <p:cNvPicPr>
            <a:picLocks noGrp="1" noRot="1" noChangeAspect="1" noMove="1" noResize="1" noEditPoints="1" noAdjustHandles="1" noChangeArrowheads="1" noChangeShapeType="1" noCrop="1"/>
          </p:cNvPicPr>
          <p:nvPr userDrawn="1"/>
        </p:nvPicPr>
        <p:blipFill>
          <a:blip r:embed="rId2"/>
          <a:srcRect l="23391" r="23392"/>
          <a:stretch/>
        </p:blipFill>
        <p:spPr>
          <a:xfrm>
            <a:off x="5743071" y="-21056"/>
            <a:ext cx="6448929" cy="6900112"/>
          </a:xfrm>
          <a:prstGeom prst="rect">
            <a:avLst/>
          </a:prstGeom>
          <a:solidFill>
            <a:schemeClr val="accent4"/>
          </a:solidFill>
        </p:spPr>
      </p:pic>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p>
            <a:fld id="{DDC67203-A1A2-114F-B5AE-1771E558E9DE}" type="datetime4">
              <a:rPr lang="en-US" smtClean="0"/>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sp>
        <p:nvSpPr>
          <p:cNvPr id="5" name="TextBox 4">
            <a:extLst>
              <a:ext uri="{FF2B5EF4-FFF2-40B4-BE49-F238E27FC236}">
                <a16:creationId xmlns:a16="http://schemas.microsoft.com/office/drawing/2014/main" id="{2E1CAFEF-16A8-A775-FDDA-7A501FEDC9CA}"/>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1850048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ontentSlide_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5F9A13-6558-3837-9EFC-83AE7BF29A26}"/>
              </a:ext>
            </a:extLst>
          </p:cNvPr>
          <p:cNvPicPr>
            <a:picLocks noChangeAspect="1"/>
          </p:cNvPicPr>
          <p:nvPr userDrawn="1"/>
        </p:nvPicPr>
        <p:blipFill>
          <a:blip r:embed="rId2"/>
          <a:stretch>
            <a:fillRect/>
          </a:stretch>
        </p:blipFill>
        <p:spPr>
          <a:xfrm rot="10800000">
            <a:off x="7290954" y="0"/>
            <a:ext cx="4901045" cy="6858000"/>
          </a:xfrm>
          <a:prstGeom prst="rect">
            <a:avLst/>
          </a:prstGeom>
        </p:spPr>
      </p:pic>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p>
            <a:fld id="{DDC67203-A1A2-114F-B5AE-1771E558E9DE}" type="datetime4">
              <a:rPr lang="en-US" smtClean="0"/>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spTree>
    <p:extLst>
      <p:ext uri="{BB962C8B-B14F-4D97-AF65-F5344CB8AC3E}">
        <p14:creationId xmlns:p14="http://schemas.microsoft.com/office/powerpoint/2010/main" val="4257787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ontentSlide_5">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A132EB-D1C8-034B-3A5D-553D51881B22}"/>
              </a:ext>
            </a:extLst>
          </p:cNvPr>
          <p:cNvPicPr>
            <a:picLocks noGrp="1" noRot="1" noChangeAspect="1" noMove="1" noResize="1" noEditPoints="1" noAdjustHandles="1" noChangeArrowheads="1" noChangeShapeType="1" noCrop="1"/>
          </p:cNvPicPr>
          <p:nvPr userDrawn="1"/>
        </p:nvPicPr>
        <p:blipFill>
          <a:blip r:embed="rId2"/>
          <a:srcRect l="42666" r="7334"/>
          <a:stretch/>
        </p:blipFill>
        <p:spPr>
          <a:xfrm>
            <a:off x="6096000" y="0"/>
            <a:ext cx="6096000" cy="6858000"/>
          </a:xfrm>
          <a:prstGeom prst="rect">
            <a:avLst/>
          </a:prstGeom>
          <a:solidFill>
            <a:schemeClr val="accent1"/>
          </a:solidFill>
          <a:ln>
            <a:noFill/>
          </a:ln>
        </p:spPr>
      </p:pic>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p>
            <a:fld id="{DDC67203-A1A2-114F-B5AE-1771E558E9DE}" type="datetime4">
              <a:rPr lang="en-US" smtClean="0"/>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spTree>
    <p:extLst>
      <p:ext uri="{BB962C8B-B14F-4D97-AF65-F5344CB8AC3E}">
        <p14:creationId xmlns:p14="http://schemas.microsoft.com/office/powerpoint/2010/main" val="306870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ontentSlide_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857C02-BC14-0543-72D7-45FB63C7E017}"/>
              </a:ext>
            </a:extLst>
          </p:cNvPr>
          <p:cNvSpPr/>
          <p:nvPr userDrawn="1"/>
        </p:nvSpPr>
        <p:spPr>
          <a:xfrm>
            <a:off x="7262325" y="0"/>
            <a:ext cx="492967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p>
            <a:fld id="{DDC67203-A1A2-114F-B5AE-1771E558E9DE}" type="datetime4">
              <a:rPr lang="en-US" smtClean="0"/>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tx2"/>
                </a:solidFill>
                <a:latin typeface="Verdana" panose="020B0604030504040204" pitchFamily="34" charset="0"/>
              </a:defRPr>
            </a:lvl1pPr>
          </a:lstStyle>
          <a:p>
            <a:fld id="{4FA92F45-BA5D-4C7A-ACC7-D44B34072B97}" type="slidenum">
              <a:rPr lang="en-US" smtClean="0"/>
              <a:pPr/>
              <a:t>‹#›</a:t>
            </a:fld>
            <a:endParaRPr lang="en-US" dirty="0"/>
          </a:p>
        </p:txBody>
      </p:sp>
      <p:sp>
        <p:nvSpPr>
          <p:cNvPr id="5" name="TextBox 4">
            <a:extLst>
              <a:ext uri="{FF2B5EF4-FFF2-40B4-BE49-F238E27FC236}">
                <a16:creationId xmlns:a16="http://schemas.microsoft.com/office/drawing/2014/main" id="{885E3C6F-C66E-4825-65D6-3D2287411016}"/>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3471472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Slide_7">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17CE12-3FC3-ECE7-9C81-B16C2B80B087}"/>
              </a:ext>
            </a:extLst>
          </p:cNvPr>
          <p:cNvSpPr/>
          <p:nvPr userDrawn="1"/>
        </p:nvSpPr>
        <p:spPr>
          <a:xfrm>
            <a:off x="0" y="0"/>
            <a:ext cx="476200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3">
            <a:extLst>
              <a:ext uri="{FF2B5EF4-FFF2-40B4-BE49-F238E27FC236}">
                <a16:creationId xmlns:a16="http://schemas.microsoft.com/office/drawing/2014/main" id="{C8FFFED7-8EF0-2B6C-FAD6-274427629885}"/>
              </a:ext>
            </a:extLst>
          </p:cNvPr>
          <p:cNvSpPr>
            <a:spLocks noGrp="1"/>
          </p:cNvSpPr>
          <p:nvPr>
            <p:ph type="dt" sz="half" idx="2"/>
          </p:nvPr>
        </p:nvSpPr>
        <p:spPr>
          <a:xfrm>
            <a:off x="635406" y="6428427"/>
            <a:ext cx="1029153" cy="277002"/>
          </a:xfrm>
          <a:prstGeom prst="rect">
            <a:avLst/>
          </a:prstGeom>
        </p:spPr>
        <p:txBody>
          <a:bodyPr vert="horz" lIns="0" tIns="0" rIns="0" bIns="0" rtlCol="0" anchor="ctr">
            <a:noAutofit/>
          </a:bodyPr>
          <a:lstStyle>
            <a:lvl1pPr algn="l">
              <a:defRPr sz="750" b="0" i="0">
                <a:solidFill>
                  <a:srgbClr val="8C8585"/>
                </a:solidFill>
                <a:latin typeface="Verdana" panose="020B0604030504040204" pitchFamily="34" charset="0"/>
              </a:defRPr>
            </a:lvl1pPr>
          </a:lstStyle>
          <a:p>
            <a:fld id="{213AF1AA-DD0B-D249-A295-CE58DBFEC3E0}" type="datetime4">
              <a:rPr lang="en-US" smtClean="0"/>
              <a:t>August 8, 2026</a:t>
            </a:fld>
            <a:endParaRPr lang="en-US" dirty="0"/>
          </a:p>
        </p:txBody>
      </p:sp>
      <p:sp>
        <p:nvSpPr>
          <p:cNvPr id="7" name="Slide Number Placeholder 5">
            <a:extLst>
              <a:ext uri="{FF2B5EF4-FFF2-40B4-BE49-F238E27FC236}">
                <a16:creationId xmlns:a16="http://schemas.microsoft.com/office/drawing/2014/main" id="{55B7A7D8-E0E1-DC28-4EBC-CFAB074D5CB6}"/>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rgbClr val="8C8585"/>
                </a:solidFill>
                <a:latin typeface="Verdana" panose="020B0604030504040204" pitchFamily="34" charset="0"/>
              </a:defRPr>
            </a:lvl1pPr>
          </a:lstStyle>
          <a:p>
            <a:fld id="{4FA92F45-BA5D-4C7A-ACC7-D44B34072B97}" type="slidenum">
              <a:rPr lang="en-US" smtClean="0"/>
              <a:pPr/>
              <a:t>‹#›</a:t>
            </a:fld>
            <a:endParaRPr lang="en-US" dirty="0"/>
          </a:p>
        </p:txBody>
      </p:sp>
      <p:sp>
        <p:nvSpPr>
          <p:cNvPr id="11" name="TextBox 10">
            <a:extLst>
              <a:ext uri="{FF2B5EF4-FFF2-40B4-BE49-F238E27FC236}">
                <a16:creationId xmlns:a16="http://schemas.microsoft.com/office/drawing/2014/main" id="{6BAAA4BC-7A4A-6C21-A943-29FA6220AA66}"/>
              </a:ext>
            </a:extLst>
          </p:cNvPr>
          <p:cNvSpPr txBox="1"/>
          <p:nvPr userDrawn="1"/>
        </p:nvSpPr>
        <p:spPr>
          <a:xfrm>
            <a:off x="64736" y="6513004"/>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2026 United Parcel Service of America, Inc. UPS, the UPS brandmark and the color brown are trademarks of United Parcel Service of America, Inc.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ontentSlide_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8B874E3-B1EC-D9CE-92A2-58289DF4A540}"/>
              </a:ext>
            </a:extLst>
          </p:cNvPr>
          <p:cNvSpPr/>
          <p:nvPr userDrawn="1"/>
        </p:nvSpPr>
        <p:spPr>
          <a:xfrm>
            <a:off x="0" y="-5"/>
            <a:ext cx="6740285" cy="68580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p>
            <a:fld id="{DDC67203-A1A2-114F-B5AE-1771E558E9DE}" type="datetime4">
              <a:rPr lang="en-US" smtClean="0"/>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tx2"/>
                </a:solidFill>
                <a:latin typeface="Verdana" panose="020B0604030504040204" pitchFamily="34" charset="0"/>
              </a:defRPr>
            </a:lvl1pPr>
          </a:lstStyle>
          <a:p>
            <a:fld id="{4FA92F45-BA5D-4C7A-ACC7-D44B34072B97}" type="slidenum">
              <a:rPr lang="en-US" smtClean="0"/>
              <a:pPr/>
              <a:t>‹#›</a:t>
            </a:fld>
            <a:endParaRPr lang="en-US" dirty="0"/>
          </a:p>
        </p:txBody>
      </p:sp>
      <p:sp>
        <p:nvSpPr>
          <p:cNvPr id="5" name="TextBox 4">
            <a:extLst>
              <a:ext uri="{FF2B5EF4-FFF2-40B4-BE49-F238E27FC236}">
                <a16:creationId xmlns:a16="http://schemas.microsoft.com/office/drawing/2014/main" id="{433C7C63-43F1-2F8E-903A-C6965AABBE90}"/>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chemeClr val="bg1"/>
                </a:solidFill>
                <a:latin typeface="Verdana" panose="020B0604030504040204" pitchFamily="34" charset="0"/>
              </a:rPr>
              <a:t>© 2026 United Parcel Service of America, Inc. UPS, the UPS brandmark and the color brown are trademarks </a:t>
            </a:r>
            <a:r>
              <a:rPr lang="en-US" sz="450" b="0" i="0" dirty="0">
                <a:solidFill>
                  <a:srgbClr val="595555"/>
                </a:solidFill>
                <a:latin typeface="Verdana" panose="020B0604030504040204" pitchFamily="34" charset="0"/>
              </a:rPr>
              <a:t>of United Parcel Service of America, Inc. All rights reserved.</a:t>
            </a:r>
          </a:p>
        </p:txBody>
      </p:sp>
    </p:spTree>
    <p:extLst>
      <p:ext uri="{BB962C8B-B14F-4D97-AF65-F5344CB8AC3E}">
        <p14:creationId xmlns:p14="http://schemas.microsoft.com/office/powerpoint/2010/main" val="1984803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_1">
    <p:bg>
      <p:bgPr>
        <a:solidFill>
          <a:schemeClr val="accent1"/>
        </a:solidFill>
        <a:effectLst/>
      </p:bgPr>
    </p:bg>
    <p:spTree>
      <p:nvGrpSpPr>
        <p:cNvPr id="1" name=""/>
        <p:cNvGrpSpPr/>
        <p:nvPr/>
      </p:nvGrpSpPr>
      <p:grpSpPr>
        <a:xfrm>
          <a:off x="0" y="0"/>
          <a:ext cx="0" cy="0"/>
          <a:chOff x="0" y="0"/>
          <a:chExt cx="0" cy="0"/>
        </a:xfrm>
      </p:grpSpPr>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lvl1pPr>
              <a:defRPr>
                <a:solidFill>
                  <a:schemeClr val="bg1"/>
                </a:solidFill>
              </a:defRPr>
            </a:lvl1pPr>
          </a:lstStyle>
          <a:p>
            <a:fld id="{DDC67203-A1A2-114F-B5AE-1771E558E9DE}" type="datetime4">
              <a:rPr lang="en-US" smtClean="0"/>
              <a:pPr/>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spTree>
    <p:extLst>
      <p:ext uri="{BB962C8B-B14F-4D97-AF65-F5344CB8AC3E}">
        <p14:creationId xmlns:p14="http://schemas.microsoft.com/office/powerpoint/2010/main" val="3526144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_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155993-ED97-1673-DC2F-2C02DC1DD004}"/>
              </a:ext>
            </a:extLst>
          </p:cNvPr>
          <p:cNvSpPr>
            <a:spLocks noGrp="1" noRot="1" noMove="1" noResize="1" noEditPoints="1" noAdjustHandles="1" noChangeArrowheads="1" noChangeShapeType="1"/>
          </p:cNvSpPr>
          <p:nvPr userDrawn="1"/>
        </p:nvSpPr>
        <p:spPr>
          <a:xfrm>
            <a:off x="0" y="-5"/>
            <a:ext cx="12192000" cy="685800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D55BCC8-13E7-8988-EDF3-5338179D0400}"/>
              </a:ext>
            </a:extLst>
          </p:cNvPr>
          <p:cNvPicPr>
            <a:picLocks noGrp="1" noRot="1" noChangeAspect="1" noMove="1" noResize="1" noEditPoints="1" noAdjustHandles="1" noChangeArrowheads="1" noChangeShapeType="1" noCrop="1"/>
          </p:cNvPicPr>
          <p:nvPr userDrawn="1"/>
        </p:nvPicPr>
        <p:blipFill>
          <a:blip r:embed="rId2"/>
          <a:srcRect t="57172" b="-1"/>
          <a:stretch/>
        </p:blipFill>
        <p:spPr>
          <a:xfrm>
            <a:off x="0" y="3920837"/>
            <a:ext cx="12191998" cy="2937158"/>
          </a:xfrm>
          <a:prstGeom prst="rect">
            <a:avLst/>
          </a:prstGeom>
          <a:noFill/>
        </p:spPr>
      </p:pic>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lvl1pPr>
              <a:defRPr>
                <a:solidFill>
                  <a:schemeClr val="bg1"/>
                </a:solidFill>
              </a:defRPr>
            </a:lvl1pPr>
          </a:lstStyle>
          <a:p>
            <a:fld id="{DDC67203-A1A2-114F-B5AE-1771E558E9DE}" type="datetime4">
              <a:rPr lang="en-US" smtClean="0"/>
              <a:pPr/>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sp>
        <p:nvSpPr>
          <p:cNvPr id="6" name="TextBox 5">
            <a:extLst>
              <a:ext uri="{FF2B5EF4-FFF2-40B4-BE49-F238E27FC236}">
                <a16:creationId xmlns:a16="http://schemas.microsoft.com/office/drawing/2014/main" id="{B023B83D-8F9D-F74D-A237-26C6A7E97433}"/>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2192018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_3">
    <p:spTree>
      <p:nvGrpSpPr>
        <p:cNvPr id="1" name=""/>
        <p:cNvGrpSpPr/>
        <p:nvPr/>
      </p:nvGrpSpPr>
      <p:grpSpPr>
        <a:xfrm>
          <a:off x="0" y="0"/>
          <a:ext cx="0" cy="0"/>
          <a:chOff x="0" y="0"/>
          <a:chExt cx="0" cy="0"/>
        </a:xfrm>
      </p:grpSpPr>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p>
            <a:fld id="{DDC67203-A1A2-114F-B5AE-1771E558E9DE}" type="datetime4">
              <a:rPr lang="en-US" smtClean="0"/>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tx2"/>
                </a:solidFill>
                <a:latin typeface="Verdana" panose="020B0604030504040204" pitchFamily="34" charset="0"/>
              </a:defRPr>
            </a:lvl1pPr>
          </a:lstStyle>
          <a:p>
            <a:fld id="{4FA92F45-BA5D-4C7A-ACC7-D44B34072B97}" type="slidenum">
              <a:rPr lang="en-US" smtClean="0"/>
              <a:pPr/>
              <a:t>‹#›</a:t>
            </a:fld>
            <a:endParaRPr lang="en-US" dirty="0"/>
          </a:p>
        </p:txBody>
      </p:sp>
    </p:spTree>
    <p:extLst>
      <p:ext uri="{BB962C8B-B14F-4D97-AF65-F5344CB8AC3E}">
        <p14:creationId xmlns:p14="http://schemas.microsoft.com/office/powerpoint/2010/main" val="2389442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6FB0D3-EA13-9D39-DB1D-0E3D44373B75}"/>
              </a:ext>
            </a:extLst>
          </p:cNvPr>
          <p:cNvPicPr>
            <a:picLocks noGrp="1" noRot="1" noChangeAspect="1" noMove="1" noResize="1" noEditPoints="1" noAdjustHandles="1" noChangeArrowheads="1" noChangeShapeType="1" noCrop="1"/>
          </p:cNvPicPr>
          <p:nvPr userDrawn="1"/>
        </p:nvPicPr>
        <p:blipFill>
          <a:blip r:embed="rId2"/>
          <a:srcRect b="56922"/>
          <a:stretch/>
        </p:blipFill>
        <p:spPr>
          <a:xfrm flipH="1">
            <a:off x="0" y="4703959"/>
            <a:ext cx="12192000" cy="2154042"/>
          </a:xfrm>
          <a:prstGeom prst="rect">
            <a:avLst/>
          </a:prstGeom>
        </p:spPr>
      </p:pic>
      <p:sp>
        <p:nvSpPr>
          <p:cNvPr id="6" name="TextBox 5">
            <a:extLst>
              <a:ext uri="{FF2B5EF4-FFF2-40B4-BE49-F238E27FC236}">
                <a16:creationId xmlns:a16="http://schemas.microsoft.com/office/drawing/2014/main" id="{C3F863EF-95A6-9651-5F50-11CE4F3BFF61}"/>
              </a:ext>
            </a:extLst>
          </p:cNvPr>
          <p:cNvSpPr txBox="1"/>
          <p:nvPr userDrawn="1"/>
        </p:nvSpPr>
        <p:spPr>
          <a:xfrm>
            <a:off x="0" y="6507063"/>
            <a:ext cx="12192000" cy="161583"/>
          </a:xfrm>
          <a:prstGeom prst="rect">
            <a:avLst/>
          </a:prstGeom>
          <a:noFill/>
        </p:spPr>
        <p:txBody>
          <a:bodyPr wrap="square" rtlCol="0">
            <a:spAutoFit/>
          </a:bodyPr>
          <a:lstStyle/>
          <a:p>
            <a:pPr algn="ctr"/>
            <a:r>
              <a:rPr lang="en-US" sz="450" b="0" i="0" dirty="0">
                <a:solidFill>
                  <a:schemeClr val="bg1"/>
                </a:solidFill>
                <a:latin typeface="Verdana" panose="020B0604030504040204" pitchFamily="34" charset="0"/>
              </a:rPr>
              <a:t>© 2026 United Parcel Service of America, Inc. UPS, the UPS brandmark and the color brown are trademarks of United Parcel Service of America, Inc. All rights reserved.</a:t>
            </a:r>
          </a:p>
        </p:txBody>
      </p:sp>
      <p:sp>
        <p:nvSpPr>
          <p:cNvPr id="7" name="Date Placeholder 3">
            <a:extLst>
              <a:ext uri="{FF2B5EF4-FFF2-40B4-BE49-F238E27FC236}">
                <a16:creationId xmlns:a16="http://schemas.microsoft.com/office/drawing/2014/main" id="{B1188532-DFCF-B530-525D-3E41263E03F3}"/>
              </a:ext>
            </a:extLst>
          </p:cNvPr>
          <p:cNvSpPr txBox="1">
            <a:spLocks/>
          </p:cNvSpPr>
          <p:nvPr userDrawn="1"/>
        </p:nvSpPr>
        <p:spPr>
          <a:xfrm>
            <a:off x="635406" y="6428427"/>
            <a:ext cx="1029153" cy="277002"/>
          </a:xfrm>
          <a:prstGeom prst="rect">
            <a:avLst/>
          </a:prstGeom>
        </p:spPr>
        <p:txBody>
          <a:bodyPr vert="horz" lIns="0" tIns="0" rIns="0" bIns="0" rtlCol="0" anchor="ctr">
            <a:noAutofit/>
          </a:bodyPr>
          <a:lstStyle>
            <a:defPPr>
              <a:defRPr lang="en-US"/>
            </a:defPPr>
            <a:lvl1pPr marL="0" algn="l" defTabSz="914400" rtl="0" eaLnBrk="1" latinLnBrk="0" hangingPunct="1">
              <a:defRPr sz="750" b="0" i="0" kern="1200">
                <a:solidFill>
                  <a:srgbClr val="8C8585"/>
                </a:solidFill>
                <a:latin typeface="Verdana" panose="020B060403050404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F5A39BE-6DB1-400F-B05B-F5BFABA385E2}" type="datetime4">
              <a:rPr lang="en-US" smtClean="0">
                <a:solidFill>
                  <a:schemeClr val="bg1"/>
                </a:solidFill>
              </a:rPr>
              <a:pPr/>
              <a:t>August 8, 2026</a:t>
            </a:fld>
            <a:endParaRPr lang="en-US" dirty="0">
              <a:solidFill>
                <a:schemeClr val="bg1"/>
              </a:solidFill>
            </a:endParaRPr>
          </a:p>
        </p:txBody>
      </p:sp>
      <p:sp>
        <p:nvSpPr>
          <p:cNvPr id="9" name="Slide Number Placeholder 5">
            <a:extLst>
              <a:ext uri="{FF2B5EF4-FFF2-40B4-BE49-F238E27FC236}">
                <a16:creationId xmlns:a16="http://schemas.microsoft.com/office/drawing/2014/main" id="{764D6118-A20E-D338-295E-AA6CE63AA8D2}"/>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spTree>
    <p:extLst>
      <p:ext uri="{BB962C8B-B14F-4D97-AF65-F5344CB8AC3E}">
        <p14:creationId xmlns:p14="http://schemas.microsoft.com/office/powerpoint/2010/main" val="4287500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Horizon_Corn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AF38B3-85B0-5ED3-AA2E-721D40EAFEB3}"/>
              </a:ext>
            </a:extLst>
          </p:cNvPr>
          <p:cNvPicPr>
            <a:picLocks noGrp="1" noRot="1" noChangeAspect="1" noMove="1" noResize="1" noEditPoints="1" noAdjustHandles="1" noChangeArrowheads="1" noChangeShapeType="1" noCrop="1"/>
          </p:cNvPicPr>
          <p:nvPr userDrawn="1"/>
        </p:nvPicPr>
        <p:blipFill>
          <a:blip r:embed="rId2"/>
          <a:srcRect l="9633" t="32554" r="41691" b="15820"/>
          <a:stretch/>
        </p:blipFill>
        <p:spPr>
          <a:xfrm rot="10800000">
            <a:off x="7042841" y="4640252"/>
            <a:ext cx="5149158" cy="2217744"/>
          </a:xfrm>
          <a:prstGeom prst="rect">
            <a:avLst/>
          </a:prstGeom>
        </p:spPr>
      </p:pic>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p>
            <a:fld id="{DDC67203-A1A2-114F-B5AE-1771E558E9DE}" type="datetime4">
              <a:rPr lang="en-US" smtClean="0"/>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tx2"/>
                </a:solidFill>
                <a:latin typeface="Verdana" panose="020B0604030504040204" pitchFamily="34" charset="0"/>
              </a:defRPr>
            </a:lvl1pPr>
          </a:lstStyle>
          <a:p>
            <a:fld id="{4FA92F45-BA5D-4C7A-ACC7-D44B34072B97}" type="slidenum">
              <a:rPr lang="en-US" smtClean="0"/>
              <a:pPr/>
              <a:t>‹#›</a:t>
            </a:fld>
            <a:endParaRPr lang="en-US" dirty="0"/>
          </a:p>
        </p:txBody>
      </p:sp>
      <p:sp>
        <p:nvSpPr>
          <p:cNvPr id="5" name="TextBox 4">
            <a:extLst>
              <a:ext uri="{FF2B5EF4-FFF2-40B4-BE49-F238E27FC236}">
                <a16:creationId xmlns:a16="http://schemas.microsoft.com/office/drawing/2014/main" id="{27019A62-3DB0-6EE0-B7CB-539B08740B52}"/>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918299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inear_Horizon_Corn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957072-6FDD-631B-8E3E-069D3520CB74}"/>
              </a:ext>
            </a:extLst>
          </p:cNvPr>
          <p:cNvPicPr>
            <a:picLocks noGrp="1" noRot="1" noChangeAspect="1" noMove="1" noResize="1" noEditPoints="1" noAdjustHandles="1" noChangeArrowheads="1" noChangeShapeType="1" noCrop="1"/>
          </p:cNvPicPr>
          <p:nvPr userDrawn="1"/>
        </p:nvPicPr>
        <p:blipFill>
          <a:blip r:embed="rId2"/>
          <a:srcRect r="17911" b="28826"/>
          <a:stretch/>
        </p:blipFill>
        <p:spPr>
          <a:xfrm>
            <a:off x="6712351" y="3151207"/>
            <a:ext cx="5479649" cy="3706793"/>
          </a:xfrm>
          <a:prstGeom prst="rect">
            <a:avLst/>
          </a:prstGeom>
        </p:spPr>
      </p:pic>
      <p:sp>
        <p:nvSpPr>
          <p:cNvPr id="8" name="Date Placeholder 3">
            <a:extLst>
              <a:ext uri="{FF2B5EF4-FFF2-40B4-BE49-F238E27FC236}">
                <a16:creationId xmlns:a16="http://schemas.microsoft.com/office/drawing/2014/main" id="{A799A0ED-8475-DB27-E4BD-940757D2EB64}"/>
              </a:ext>
            </a:extLst>
          </p:cNvPr>
          <p:cNvSpPr>
            <a:spLocks noGrp="1"/>
          </p:cNvSpPr>
          <p:nvPr>
            <p:ph type="dt" sz="half" idx="2"/>
          </p:nvPr>
        </p:nvSpPr>
        <p:spPr>
          <a:xfrm>
            <a:off x="635406" y="6428427"/>
            <a:ext cx="1029153" cy="277002"/>
          </a:xfrm>
          <a:prstGeom prst="rect">
            <a:avLst/>
          </a:prstGeom>
        </p:spPr>
        <p:txBody>
          <a:bodyPr vert="horz" lIns="0" tIns="0" rIns="0" bIns="0" rtlCol="0" anchor="ctr">
            <a:noAutofit/>
          </a:bodyPr>
          <a:lstStyle>
            <a:lvl1pPr algn="l">
              <a:defRPr sz="750" b="0" i="0">
                <a:solidFill>
                  <a:schemeClr val="tx2"/>
                </a:solidFill>
                <a:latin typeface="Verdana" panose="020B0604030504040204" pitchFamily="34" charset="0"/>
              </a:defRPr>
            </a:lvl1pPr>
          </a:lstStyle>
          <a:p>
            <a:fld id="{90EAB4B5-5C16-1046-A57D-85643F5DA3D5}" type="datetime4">
              <a:rPr lang="en-US" smtClean="0"/>
              <a:t>August 8, 2026</a:t>
            </a:fld>
            <a:endParaRPr lang="en-US" dirty="0"/>
          </a:p>
        </p:txBody>
      </p:sp>
      <p:sp>
        <p:nvSpPr>
          <p:cNvPr id="9" name="Slide Number Placeholder 5">
            <a:extLst>
              <a:ext uri="{FF2B5EF4-FFF2-40B4-BE49-F238E27FC236}">
                <a16:creationId xmlns:a16="http://schemas.microsoft.com/office/drawing/2014/main" id="{D0F6F9F7-9285-5733-4F39-1E6F4FDF8A52}"/>
              </a:ext>
            </a:extLst>
          </p:cNvPr>
          <p:cNvSpPr txBox="1">
            <a:spLocks/>
          </p:cNvSpPr>
          <p:nvPr userDrawn="1"/>
        </p:nvSpPr>
        <p:spPr>
          <a:xfrm>
            <a:off x="11018114" y="6428427"/>
            <a:ext cx="538480" cy="277002"/>
          </a:xfrm>
          <a:prstGeom prst="rect">
            <a:avLst/>
          </a:prstGeom>
        </p:spPr>
        <p:txBody>
          <a:bodyPr vert="horz" lIns="0" tIns="0" rIns="0" bIns="0" rtlCol="0" anchor="ctr">
            <a:noAutofit/>
          </a:bodyPr>
          <a:lstStyle>
            <a:defPPr>
              <a:defRPr lang="en-US"/>
            </a:defPPr>
            <a:lvl1pPr marL="0" algn="r" defTabSz="914400" rtl="0" eaLnBrk="1" latinLnBrk="0" hangingPunct="1">
              <a:defRPr sz="750" b="0" i="0" kern="1200">
                <a:solidFill>
                  <a:srgbClr val="8C8585"/>
                </a:solidFill>
                <a:latin typeface="Verdana" panose="020B060403050404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A92F45-BA5D-4C7A-ACC7-D44B34072B97}" type="slidenum">
              <a:rPr lang="en-US" smtClean="0"/>
              <a:pPr/>
              <a:t>‹#›</a:t>
            </a:fld>
            <a:endParaRPr lang="en-US" dirty="0"/>
          </a:p>
        </p:txBody>
      </p:sp>
    </p:spTree>
    <p:extLst>
      <p:ext uri="{BB962C8B-B14F-4D97-AF65-F5344CB8AC3E}">
        <p14:creationId xmlns:p14="http://schemas.microsoft.com/office/powerpoint/2010/main" val="3409879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Hotspot_Bottom">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DF9D83-8B54-A2E0-F3CE-8A9AFFF4F3A8}"/>
              </a:ext>
            </a:extLst>
          </p:cNvPr>
          <p:cNvPicPr>
            <a:picLocks noGrp="1" noRot="1" noChangeAspect="1" noMove="1" noResize="1" noEditPoints="1" noAdjustHandles="1" noChangeArrowheads="1" noChangeShapeType="1" noCrop="1"/>
          </p:cNvPicPr>
          <p:nvPr userDrawn="1"/>
        </p:nvPicPr>
        <p:blipFill>
          <a:blip r:embed="rId2"/>
          <a:srcRect l="1" t="73536" r="1" b="13363"/>
          <a:stretch/>
        </p:blipFill>
        <p:spPr>
          <a:xfrm>
            <a:off x="0" y="5985920"/>
            <a:ext cx="12191999" cy="898497"/>
          </a:xfrm>
          <a:prstGeom prst="rect">
            <a:avLst/>
          </a:prstGeom>
          <a:solidFill>
            <a:schemeClr val="accent1"/>
          </a:solidFill>
        </p:spPr>
      </p:pic>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lvl1pPr>
              <a:defRPr>
                <a:solidFill>
                  <a:schemeClr val="bg1"/>
                </a:solidFill>
              </a:defRPr>
            </a:lvl1pPr>
          </a:lstStyle>
          <a:p>
            <a:fld id="{DDC67203-A1A2-114F-B5AE-1771E558E9DE}" type="datetime4">
              <a:rPr lang="en-US" smtClean="0"/>
              <a:pPr/>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sp>
        <p:nvSpPr>
          <p:cNvPr id="6" name="TextBox 5">
            <a:extLst>
              <a:ext uri="{FF2B5EF4-FFF2-40B4-BE49-F238E27FC236}">
                <a16:creationId xmlns:a16="http://schemas.microsoft.com/office/drawing/2014/main" id="{04F3B51C-943E-2568-2765-A0EC7DE3FFDA}"/>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chemeClr val="bg1"/>
                </a:solidFill>
                <a:latin typeface="Verdana" panose="020B0604030504040204" pitchFamily="34" charset="0"/>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325748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Hotspot_Right_Ed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BFC526-A481-BC8B-578B-9C66F8831842}"/>
              </a:ext>
            </a:extLst>
          </p:cNvPr>
          <p:cNvPicPr>
            <a:picLocks noGrp="1" noRot="1" noChangeAspect="1" noMove="1" noResize="1" noEditPoints="1" noAdjustHandles="1" noChangeArrowheads="1" noChangeShapeType="1" noCrop="1"/>
          </p:cNvPicPr>
          <p:nvPr userDrawn="1"/>
        </p:nvPicPr>
        <p:blipFill>
          <a:blip r:embed="rId2"/>
          <a:srcRect l="84046" t="-1" b="-1"/>
          <a:stretch/>
        </p:blipFill>
        <p:spPr>
          <a:xfrm>
            <a:off x="10246936" y="0"/>
            <a:ext cx="1945062" cy="6857995"/>
          </a:xfrm>
          <a:prstGeom prst="rect">
            <a:avLst/>
          </a:prstGeom>
          <a:solidFill>
            <a:schemeClr val="accent1"/>
          </a:solidFill>
        </p:spPr>
      </p:pic>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p>
            <a:fld id="{DDC67203-A1A2-114F-B5AE-1771E558E9DE}" type="datetime4">
              <a:rPr lang="en-US" smtClean="0"/>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bg1"/>
                </a:solidFill>
                <a:latin typeface="Verdana" panose="020B0604030504040204" pitchFamily="34" charset="0"/>
              </a:defRPr>
            </a:lvl1pPr>
          </a:lstStyle>
          <a:p>
            <a:fld id="{4FA92F45-BA5D-4C7A-ACC7-D44B34072B97}" type="slidenum">
              <a:rPr lang="en-US" smtClean="0"/>
              <a:pPr/>
              <a:t>‹#›</a:t>
            </a:fld>
            <a:endParaRPr lang="en-US" dirty="0"/>
          </a:p>
        </p:txBody>
      </p:sp>
    </p:spTree>
    <p:extLst>
      <p:ext uri="{BB962C8B-B14F-4D97-AF65-F5344CB8AC3E}">
        <p14:creationId xmlns:p14="http://schemas.microsoft.com/office/powerpoint/2010/main" val="3792470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Roadmap_Hotspot_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C996184-5DE1-AB56-1776-6B2BF9650A60}"/>
              </a:ext>
            </a:extLst>
          </p:cNvPr>
          <p:cNvSpPr>
            <a:spLocks noGrp="1" noRot="1" noMove="1" noResize="1" noEditPoints="1" noAdjustHandles="1" noChangeArrowheads="1" noChangeShapeType="1"/>
          </p:cNvSpPr>
          <p:nvPr userDrawn="1"/>
        </p:nvSpPr>
        <p:spPr>
          <a:xfrm>
            <a:off x="9757317" y="0"/>
            <a:ext cx="243468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258CEFA-BCEB-FB5D-AF10-98F58869EF3D}"/>
              </a:ext>
            </a:extLst>
          </p:cNvPr>
          <p:cNvPicPr>
            <a:picLocks noGrp="1" noRot="1" noChangeAspect="1" noMove="1" noResize="1" noEditPoints="1" noAdjustHandles="1" noChangeArrowheads="1" noChangeShapeType="1" noCrop="1"/>
          </p:cNvPicPr>
          <p:nvPr userDrawn="1"/>
        </p:nvPicPr>
        <p:blipFill>
          <a:blip r:embed="rId2"/>
          <a:srcRect l="22191" r="18924" b="42394"/>
          <a:stretch/>
        </p:blipFill>
        <p:spPr>
          <a:xfrm>
            <a:off x="9757317" y="-29264"/>
            <a:ext cx="2434683" cy="1339773"/>
          </a:xfrm>
          <a:prstGeom prst="rect">
            <a:avLst/>
          </a:prstGeom>
        </p:spPr>
      </p:pic>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p>
            <a:fld id="{DDC67203-A1A2-114F-B5AE-1771E558E9DE}" type="datetime4">
              <a:rPr lang="en-US" smtClean="0"/>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tx2"/>
                </a:solidFill>
                <a:latin typeface="Verdana" panose="020B0604030504040204" pitchFamily="34" charset="0"/>
              </a:defRPr>
            </a:lvl1pPr>
          </a:lstStyle>
          <a:p>
            <a:fld id="{4FA92F45-BA5D-4C7A-ACC7-D44B34072B97}" type="slidenum">
              <a:rPr lang="en-US" smtClean="0"/>
              <a:pPr/>
              <a:t>‹#›</a:t>
            </a:fld>
            <a:endParaRPr lang="en-US" dirty="0"/>
          </a:p>
        </p:txBody>
      </p:sp>
      <p:sp>
        <p:nvSpPr>
          <p:cNvPr id="5" name="Freeform 4">
            <a:extLst>
              <a:ext uri="{FF2B5EF4-FFF2-40B4-BE49-F238E27FC236}">
                <a16:creationId xmlns:a16="http://schemas.microsoft.com/office/drawing/2014/main" id="{60FBCDCE-41B9-7C21-87EA-CE962F997E14}"/>
              </a:ext>
            </a:extLst>
          </p:cNvPr>
          <p:cNvSpPr/>
          <p:nvPr userDrawn="1"/>
        </p:nvSpPr>
        <p:spPr>
          <a:xfrm>
            <a:off x="548697" y="2534508"/>
            <a:ext cx="8880150" cy="3297633"/>
          </a:xfrm>
          <a:custGeom>
            <a:avLst/>
            <a:gdLst>
              <a:gd name="connsiteX0" fmla="*/ 1944119 w 17121314"/>
              <a:gd name="connsiteY0" fmla="*/ 6557272 h 6923032"/>
              <a:gd name="connsiteX1" fmla="*/ 14928599 w 17121314"/>
              <a:gd name="connsiteY1" fmla="*/ 6557272 h 6923032"/>
              <a:gd name="connsiteX2" fmla="*/ 14928599 w 17121314"/>
              <a:gd name="connsiteY2" fmla="*/ 6923032 h 6923032"/>
              <a:gd name="connsiteX3" fmla="*/ 1944119 w 17121314"/>
              <a:gd name="connsiteY3" fmla="*/ 6923032 h 6923032"/>
              <a:gd name="connsiteX4" fmla="*/ 794000 w 17121314"/>
              <a:gd name="connsiteY4" fmla="*/ 0 h 6923032"/>
              <a:gd name="connsiteX5" fmla="*/ 15332959 w 17121314"/>
              <a:gd name="connsiteY5" fmla="*/ 0 h 6923032"/>
              <a:gd name="connsiteX6" fmla="*/ 15332959 w 17121314"/>
              <a:gd name="connsiteY6" fmla="*/ 330 h 6923032"/>
              <a:gd name="connsiteX7" fmla="*/ 15442083 w 17121314"/>
              <a:gd name="connsiteY7" fmla="*/ 3634 h 6923032"/>
              <a:gd name="connsiteX8" fmla="*/ 16879835 w 17121314"/>
              <a:gd name="connsiteY8" fmla="*/ 896431 h 6923032"/>
              <a:gd name="connsiteX9" fmla="*/ 16883045 w 17121314"/>
              <a:gd name="connsiteY9" fmla="*/ 2692091 h 6923032"/>
              <a:gd name="connsiteX10" fmla="*/ 15448511 w 17121314"/>
              <a:gd name="connsiteY10" fmla="*/ 3590042 h 6923032"/>
              <a:gd name="connsiteX11" fmla="*/ 15361463 w 17121314"/>
              <a:gd name="connsiteY11" fmla="*/ 3592991 h 6923032"/>
              <a:gd name="connsiteX12" fmla="*/ 15361463 w 17121314"/>
              <a:gd name="connsiteY12" fmla="*/ 3594097 h 6923032"/>
              <a:gd name="connsiteX13" fmla="*/ 15328811 w 17121314"/>
              <a:gd name="connsiteY13" fmla="*/ 3594097 h 6923032"/>
              <a:gd name="connsiteX14" fmla="*/ 15328797 w 17121314"/>
              <a:gd name="connsiteY14" fmla="*/ 3594098 h 6923032"/>
              <a:gd name="connsiteX15" fmla="*/ 15328797 w 17121314"/>
              <a:gd name="connsiteY15" fmla="*/ 3594097 h 6923032"/>
              <a:gd name="connsiteX16" fmla="*/ 1861285 w 17121314"/>
              <a:gd name="connsiteY16" fmla="*/ 3594097 h 6923032"/>
              <a:gd name="connsiteX17" fmla="*/ 1673544 w 17121314"/>
              <a:gd name="connsiteY17" fmla="*/ 3603608 h 6923032"/>
              <a:gd name="connsiteX18" fmla="*/ 571649 w 17121314"/>
              <a:gd name="connsiteY18" fmla="*/ 4320878 h 6923032"/>
              <a:gd name="connsiteX19" fmla="*/ 559719 w 17121314"/>
              <a:gd name="connsiteY19" fmla="*/ 5809956 h 6923032"/>
              <a:gd name="connsiteX20" fmla="*/ 1847347 w 17121314"/>
              <a:gd name="connsiteY20" fmla="*/ 6557960 h 6923032"/>
              <a:gd name="connsiteX21" fmla="*/ 1847349 w 17121314"/>
              <a:gd name="connsiteY21" fmla="*/ 6923032 h 6923032"/>
              <a:gd name="connsiteX22" fmla="*/ 242587 w 17121314"/>
              <a:gd name="connsiteY22" fmla="*/ 5990801 h 6923032"/>
              <a:gd name="connsiteX23" fmla="*/ 257454 w 17121314"/>
              <a:gd name="connsiteY23" fmla="*/ 4134975 h 6923032"/>
              <a:gd name="connsiteX24" fmla="*/ 1753139 w 17121314"/>
              <a:gd name="connsiteY24" fmla="*/ 3230728 h 6923032"/>
              <a:gd name="connsiteX25" fmla="*/ 1828344 w 17121314"/>
              <a:gd name="connsiteY25" fmla="*/ 3229420 h 6923032"/>
              <a:gd name="connsiteX26" fmla="*/ 1828344 w 17121314"/>
              <a:gd name="connsiteY26" fmla="*/ 3228337 h 6923032"/>
              <a:gd name="connsiteX27" fmla="*/ 15328617 w 17121314"/>
              <a:gd name="connsiteY27" fmla="*/ 3228337 h 6923032"/>
              <a:gd name="connsiteX28" fmla="*/ 15328615 w 17121314"/>
              <a:gd name="connsiteY28" fmla="*/ 3225120 h 6923032"/>
              <a:gd name="connsiteX29" fmla="*/ 16563251 w 17121314"/>
              <a:gd name="connsiteY29" fmla="*/ 2508037 h 6923032"/>
              <a:gd name="connsiteX30" fmla="*/ 16560703 w 17121314"/>
              <a:gd name="connsiteY30" fmla="*/ 1081630 h 6923032"/>
              <a:gd name="connsiteX31" fmla="*/ 15323493 w 17121314"/>
              <a:gd name="connsiteY31" fmla="*/ 368985 h 6923032"/>
              <a:gd name="connsiteX32" fmla="*/ 15323483 w 17121314"/>
              <a:gd name="connsiteY32" fmla="*/ 365760 h 6923032"/>
              <a:gd name="connsiteX33" fmla="*/ 794000 w 17121314"/>
              <a:gd name="connsiteY33" fmla="*/ 365760 h 692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7121314" h="6923032">
                <a:moveTo>
                  <a:pt x="1944119" y="6557272"/>
                </a:moveTo>
                <a:lnTo>
                  <a:pt x="14928599" y="6557272"/>
                </a:lnTo>
                <a:lnTo>
                  <a:pt x="14928599" y="6923032"/>
                </a:lnTo>
                <a:lnTo>
                  <a:pt x="1944119" y="6923032"/>
                </a:lnTo>
                <a:close/>
                <a:moveTo>
                  <a:pt x="794000" y="0"/>
                </a:moveTo>
                <a:lnTo>
                  <a:pt x="15332959" y="0"/>
                </a:lnTo>
                <a:lnTo>
                  <a:pt x="15332959" y="330"/>
                </a:lnTo>
                <a:lnTo>
                  <a:pt x="15442083" y="3634"/>
                </a:lnTo>
                <a:cubicBezTo>
                  <a:pt x="16037377" y="41591"/>
                  <a:pt x="16578269" y="374668"/>
                  <a:pt x="16879835" y="896431"/>
                </a:cubicBezTo>
                <a:cubicBezTo>
                  <a:pt x="17200657" y="1451512"/>
                  <a:pt x="17201881" y="2135861"/>
                  <a:pt x="16883045" y="2692091"/>
                </a:cubicBezTo>
                <a:cubicBezTo>
                  <a:pt x="16583349" y="3214927"/>
                  <a:pt x="16043661" y="3549942"/>
                  <a:pt x="15448511" y="3590042"/>
                </a:cubicBezTo>
                <a:lnTo>
                  <a:pt x="15361463" y="3592991"/>
                </a:lnTo>
                <a:lnTo>
                  <a:pt x="15361463" y="3594097"/>
                </a:lnTo>
                <a:lnTo>
                  <a:pt x="15328811" y="3594097"/>
                </a:lnTo>
                <a:lnTo>
                  <a:pt x="15328797" y="3594098"/>
                </a:lnTo>
                <a:lnTo>
                  <a:pt x="15328797" y="3594097"/>
                </a:lnTo>
                <a:lnTo>
                  <a:pt x="1861285" y="3594097"/>
                </a:lnTo>
                <a:lnTo>
                  <a:pt x="1673544" y="3603608"/>
                </a:lnTo>
                <a:cubicBezTo>
                  <a:pt x="1218281" y="3657294"/>
                  <a:pt x="808869" y="3919955"/>
                  <a:pt x="571649" y="4320878"/>
                </a:cubicBezTo>
                <a:cubicBezTo>
                  <a:pt x="300542" y="4779076"/>
                  <a:pt x="295988" y="5347473"/>
                  <a:pt x="559719" y="5809956"/>
                </a:cubicBezTo>
                <a:cubicBezTo>
                  <a:pt x="823451" y="6272439"/>
                  <a:pt x="1314953" y="6557960"/>
                  <a:pt x="1847347" y="6557960"/>
                </a:cubicBezTo>
                <a:lnTo>
                  <a:pt x="1847349" y="6923032"/>
                </a:lnTo>
                <a:cubicBezTo>
                  <a:pt x="1183829" y="6923032"/>
                  <a:pt x="571274" y="6567189"/>
                  <a:pt x="242587" y="5990801"/>
                </a:cubicBezTo>
                <a:cubicBezTo>
                  <a:pt x="-86099" y="5414412"/>
                  <a:pt x="-80424" y="4706024"/>
                  <a:pt x="257454" y="4134975"/>
                </a:cubicBezTo>
                <a:cubicBezTo>
                  <a:pt x="574215" y="3599617"/>
                  <a:pt x="1137333" y="3262070"/>
                  <a:pt x="1753139" y="3230728"/>
                </a:cubicBezTo>
                <a:lnTo>
                  <a:pt x="1828344" y="3229420"/>
                </a:lnTo>
                <a:lnTo>
                  <a:pt x="1828344" y="3228337"/>
                </a:lnTo>
                <a:lnTo>
                  <a:pt x="15328617" y="3228337"/>
                </a:lnTo>
                <a:lnTo>
                  <a:pt x="15328615" y="3225120"/>
                </a:lnTo>
                <a:cubicBezTo>
                  <a:pt x="15838515" y="3224864"/>
                  <a:pt x="16309389" y="2951379"/>
                  <a:pt x="16563251" y="2508037"/>
                </a:cubicBezTo>
                <a:cubicBezTo>
                  <a:pt x="16816275" y="2066158"/>
                  <a:pt x="16815305" y="1522598"/>
                  <a:pt x="16560703" y="1081630"/>
                </a:cubicBezTo>
                <a:cubicBezTo>
                  <a:pt x="16305255" y="639197"/>
                  <a:pt x="15833399" y="367403"/>
                  <a:pt x="15323493" y="368985"/>
                </a:cubicBezTo>
                <a:lnTo>
                  <a:pt x="15323483" y="365760"/>
                </a:lnTo>
                <a:lnTo>
                  <a:pt x="794000" y="36576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Fira Sans Light" panose="020B0403050000020004" pitchFamily="34" charset="0"/>
            </a:endParaRPr>
          </a:p>
        </p:txBody>
      </p:sp>
    </p:spTree>
    <p:extLst>
      <p:ext uri="{BB962C8B-B14F-4D97-AF65-F5344CB8AC3E}">
        <p14:creationId xmlns:p14="http://schemas.microsoft.com/office/powerpoint/2010/main" val="3677003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1_Blank_3">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E66AA0C-C278-822A-409C-2DB436EDF822}"/>
              </a:ext>
            </a:extLst>
          </p:cNvPr>
          <p:cNvSpPr>
            <a:spLocks noChangeArrowheads="1"/>
          </p:cNvSpPr>
          <p:nvPr userDrawn="1"/>
        </p:nvSpPr>
        <p:spPr bwMode="auto">
          <a:xfrm>
            <a:off x="0" y="1602593"/>
            <a:ext cx="5612249" cy="5255407"/>
          </a:xfrm>
          <a:custGeom>
            <a:avLst/>
            <a:gdLst>
              <a:gd name="connsiteX0" fmla="*/ 1 w 12853433"/>
              <a:gd name="connsiteY0" fmla="*/ 0 h 12036175"/>
              <a:gd name="connsiteX1" fmla="*/ 260064 w 12853433"/>
              <a:gd name="connsiteY1" fmla="*/ 13070 h 12036175"/>
              <a:gd name="connsiteX2" fmla="*/ 1237515 w 12853433"/>
              <a:gd name="connsiteY2" fmla="*/ 300301 h 12036175"/>
              <a:gd name="connsiteX3" fmla="*/ 1389319 w 12853433"/>
              <a:gd name="connsiteY3" fmla="*/ 386502 h 12036175"/>
              <a:gd name="connsiteX4" fmla="*/ 1403514 w 12853433"/>
              <a:gd name="connsiteY4" fmla="*/ 386502 h 12036175"/>
              <a:gd name="connsiteX5" fmla="*/ 2779879 w 12853433"/>
              <a:gd name="connsiteY5" fmla="*/ 2787208 h 12036175"/>
              <a:gd name="connsiteX6" fmla="*/ 2779057 w 12853433"/>
              <a:gd name="connsiteY6" fmla="*/ 2787208 h 12036175"/>
              <a:gd name="connsiteX7" fmla="*/ 2779057 w 12853433"/>
              <a:gd name="connsiteY7" fmla="*/ 5986777 h 12036175"/>
              <a:gd name="connsiteX8" fmla="*/ 4516584 w 12853433"/>
              <a:gd name="connsiteY8" fmla="*/ 7725191 h 12036175"/>
              <a:gd name="connsiteX9" fmla="*/ 6254110 w 12853433"/>
              <a:gd name="connsiteY9" fmla="*/ 5986777 h 12036175"/>
              <a:gd name="connsiteX10" fmla="*/ 6254932 w 12853433"/>
              <a:gd name="connsiteY10" fmla="*/ 5986777 h 12036175"/>
              <a:gd name="connsiteX11" fmla="*/ 9033987 w 12853433"/>
              <a:gd name="connsiteY11" fmla="*/ 3207619 h 12036175"/>
              <a:gd name="connsiteX12" fmla="*/ 11813864 w 12853433"/>
              <a:gd name="connsiteY12" fmla="*/ 5966210 h 12036175"/>
              <a:gd name="connsiteX13" fmla="*/ 11815511 w 12853433"/>
              <a:gd name="connsiteY13" fmla="*/ 5966210 h 12036175"/>
              <a:gd name="connsiteX14" fmla="*/ 11815511 w 12853433"/>
              <a:gd name="connsiteY14" fmla="*/ 10452516 h 12036175"/>
              <a:gd name="connsiteX15" fmla="*/ 11818801 w 12853433"/>
              <a:gd name="connsiteY15" fmla="*/ 10482958 h 12036175"/>
              <a:gd name="connsiteX16" fmla="*/ 11816333 w 12853433"/>
              <a:gd name="connsiteY16" fmla="*/ 10482958 h 12036175"/>
              <a:gd name="connsiteX17" fmla="*/ 12734356 w 12853433"/>
              <a:gd name="connsiteY17" fmla="*/ 11979643 h 12036175"/>
              <a:gd name="connsiteX18" fmla="*/ 12853433 w 12853433"/>
              <a:gd name="connsiteY18" fmla="*/ 12036175 h 12036175"/>
              <a:gd name="connsiteX19" fmla="*/ 11274491 w 12853433"/>
              <a:gd name="connsiteY19" fmla="*/ 12036175 h 12036175"/>
              <a:gd name="connsiteX20" fmla="*/ 11244094 w 12853433"/>
              <a:gd name="connsiteY20" fmla="*/ 11995298 h 12036175"/>
              <a:gd name="connsiteX21" fmla="*/ 10773159 w 12853433"/>
              <a:gd name="connsiteY21" fmla="*/ 10446757 h 12036175"/>
              <a:gd name="connsiteX22" fmla="*/ 10774804 w 12853433"/>
              <a:gd name="connsiteY22" fmla="*/ 10446757 h 12036175"/>
              <a:gd name="connsiteX23" fmla="*/ 10774804 w 12853433"/>
              <a:gd name="connsiteY23" fmla="*/ 5986777 h 12036175"/>
              <a:gd name="connsiteX24" fmla="*/ 10771513 w 12853433"/>
              <a:gd name="connsiteY24" fmla="*/ 5986777 h 12036175"/>
              <a:gd name="connsiteX25" fmla="*/ 9033987 w 12853433"/>
              <a:gd name="connsiteY25" fmla="*/ 4250009 h 12036175"/>
              <a:gd name="connsiteX26" fmla="*/ 7297283 w 12853433"/>
              <a:gd name="connsiteY26" fmla="*/ 5986777 h 12036175"/>
              <a:gd name="connsiteX27" fmla="*/ 7296462 w 12853433"/>
              <a:gd name="connsiteY27" fmla="*/ 5986777 h 12036175"/>
              <a:gd name="connsiteX28" fmla="*/ 4516584 w 12853433"/>
              <a:gd name="connsiteY28" fmla="*/ 8767580 h 12036175"/>
              <a:gd name="connsiteX29" fmla="*/ 1736705 w 12853433"/>
              <a:gd name="connsiteY29" fmla="*/ 5986777 h 12036175"/>
              <a:gd name="connsiteX30" fmla="*/ 1737528 w 12853433"/>
              <a:gd name="connsiteY30" fmla="*/ 5986777 h 12036175"/>
              <a:gd name="connsiteX31" fmla="*/ 1737528 w 12853433"/>
              <a:gd name="connsiteY31" fmla="*/ 3984465 h 12036175"/>
              <a:gd name="connsiteX32" fmla="*/ 1717889 w 12853433"/>
              <a:gd name="connsiteY32" fmla="*/ 3984465 h 12036175"/>
              <a:gd name="connsiteX33" fmla="*/ 1717889 w 12853433"/>
              <a:gd name="connsiteY33" fmla="*/ 2778007 h 12036175"/>
              <a:gd name="connsiteX34" fmla="*/ 1714598 w 12853433"/>
              <a:gd name="connsiteY34" fmla="*/ 2778007 h 12036175"/>
              <a:gd name="connsiteX35" fmla="*/ 767929 w 12853433"/>
              <a:gd name="connsiteY35" fmla="*/ 1231374 h 12036175"/>
              <a:gd name="connsiteX36" fmla="*/ 637762 w 12853433"/>
              <a:gd name="connsiteY36" fmla="*/ 1172043 h 12036175"/>
              <a:gd name="connsiteX37" fmla="*/ 551059 w 12853433"/>
              <a:gd name="connsiteY37" fmla="*/ 1140319 h 12036175"/>
              <a:gd name="connsiteX38" fmla="*/ 510111 w 12853433"/>
              <a:gd name="connsiteY38" fmla="*/ 1126038 h 12036175"/>
              <a:gd name="connsiteX39" fmla="*/ 350072 w 12853433"/>
              <a:gd name="connsiteY39" fmla="*/ 1084899 h 12036175"/>
              <a:gd name="connsiteX40" fmla="*/ 0 w 12853433"/>
              <a:gd name="connsiteY40" fmla="*/ 1049617 h 12036175"/>
              <a:gd name="connsiteX41" fmla="*/ 0 w 12853433"/>
              <a:gd name="connsiteY41" fmla="*/ 1048794 h 12036175"/>
              <a:gd name="connsiteX42" fmla="*/ 0 w 12853433"/>
              <a:gd name="connsiteY42" fmla="*/ 386502 h 12036175"/>
              <a:gd name="connsiteX43" fmla="*/ 1 w 12853433"/>
              <a:gd name="connsiteY43" fmla="*/ 386502 h 1203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853433" h="12036175">
                <a:moveTo>
                  <a:pt x="1" y="0"/>
                </a:moveTo>
                <a:lnTo>
                  <a:pt x="260064" y="13070"/>
                </a:lnTo>
                <a:cubicBezTo>
                  <a:pt x="609001" y="48339"/>
                  <a:pt x="938850" y="148122"/>
                  <a:pt x="1237515" y="300301"/>
                </a:cubicBezTo>
                <a:lnTo>
                  <a:pt x="1389319" y="386502"/>
                </a:lnTo>
                <a:lnTo>
                  <a:pt x="1403514" y="386502"/>
                </a:lnTo>
                <a:cubicBezTo>
                  <a:pt x="2227029" y="869441"/>
                  <a:pt x="2779879" y="1762918"/>
                  <a:pt x="2779879" y="2787208"/>
                </a:cubicBezTo>
                <a:lnTo>
                  <a:pt x="2779057" y="2787208"/>
                </a:lnTo>
                <a:lnTo>
                  <a:pt x="2779057" y="5986777"/>
                </a:lnTo>
                <a:cubicBezTo>
                  <a:pt x="2779057" y="6946895"/>
                  <a:pt x="3557323" y="7725191"/>
                  <a:pt x="4516584" y="7725191"/>
                </a:cubicBezTo>
                <a:cubicBezTo>
                  <a:pt x="5475843" y="7725191"/>
                  <a:pt x="6254110" y="6946895"/>
                  <a:pt x="6254110" y="5986777"/>
                </a:cubicBezTo>
                <a:lnTo>
                  <a:pt x="6254932" y="5986777"/>
                </a:lnTo>
                <a:cubicBezTo>
                  <a:pt x="6254932" y="4452399"/>
                  <a:pt x="7499666" y="3207619"/>
                  <a:pt x="9033987" y="3207619"/>
                </a:cubicBezTo>
                <a:cubicBezTo>
                  <a:pt x="10562549" y="3207619"/>
                  <a:pt x="11802348" y="4440882"/>
                  <a:pt x="11813864" y="5966210"/>
                </a:cubicBezTo>
                <a:lnTo>
                  <a:pt x="11815511" y="5966210"/>
                </a:lnTo>
                <a:lnTo>
                  <a:pt x="11815511" y="10452516"/>
                </a:lnTo>
                <a:lnTo>
                  <a:pt x="11818801" y="10482958"/>
                </a:lnTo>
                <a:lnTo>
                  <a:pt x="11816333" y="10482958"/>
                </a:lnTo>
                <a:cubicBezTo>
                  <a:pt x="11829342" y="11131161"/>
                  <a:pt x="12197371" y="11692258"/>
                  <a:pt x="12734356" y="11979643"/>
                </a:cubicBezTo>
                <a:lnTo>
                  <a:pt x="12853433" y="12036175"/>
                </a:lnTo>
                <a:lnTo>
                  <a:pt x="11274491" y="12036175"/>
                </a:lnTo>
                <a:lnTo>
                  <a:pt x="11244094" y="11995298"/>
                </a:lnTo>
                <a:cubicBezTo>
                  <a:pt x="10946696" y="11552729"/>
                  <a:pt x="10773159" y="11019990"/>
                  <a:pt x="10773159" y="10446757"/>
                </a:cubicBezTo>
                <a:lnTo>
                  <a:pt x="10774804" y="10446757"/>
                </a:lnTo>
                <a:lnTo>
                  <a:pt x="10774804" y="5986777"/>
                </a:lnTo>
                <a:lnTo>
                  <a:pt x="10771513" y="5986777"/>
                </a:lnTo>
                <a:cubicBezTo>
                  <a:pt x="10771513" y="5028307"/>
                  <a:pt x="9993246" y="4250009"/>
                  <a:pt x="9033987" y="4250009"/>
                </a:cubicBezTo>
                <a:cubicBezTo>
                  <a:pt x="8075551" y="4250009"/>
                  <a:pt x="7297283" y="5028307"/>
                  <a:pt x="7297283" y="5986777"/>
                </a:cubicBezTo>
                <a:lnTo>
                  <a:pt x="7296462" y="5986777"/>
                </a:lnTo>
                <a:cubicBezTo>
                  <a:pt x="7296462" y="7522801"/>
                  <a:pt x="6051728" y="8767580"/>
                  <a:pt x="4516584" y="8767580"/>
                </a:cubicBezTo>
                <a:cubicBezTo>
                  <a:pt x="2981439" y="8767580"/>
                  <a:pt x="1736705" y="7522801"/>
                  <a:pt x="1736705" y="5986777"/>
                </a:cubicBezTo>
                <a:lnTo>
                  <a:pt x="1737528" y="5986777"/>
                </a:lnTo>
                <a:lnTo>
                  <a:pt x="1737528" y="3984465"/>
                </a:lnTo>
                <a:lnTo>
                  <a:pt x="1717889" y="3984465"/>
                </a:lnTo>
                <a:lnTo>
                  <a:pt x="1717889" y="2778007"/>
                </a:lnTo>
                <a:lnTo>
                  <a:pt x="1714598" y="2778007"/>
                </a:lnTo>
                <a:cubicBezTo>
                  <a:pt x="1714598" y="2104081"/>
                  <a:pt x="1329835" y="1519232"/>
                  <a:pt x="767929" y="1231374"/>
                </a:cubicBezTo>
                <a:lnTo>
                  <a:pt x="637762" y="1172043"/>
                </a:lnTo>
                <a:lnTo>
                  <a:pt x="551059" y="1140319"/>
                </a:lnTo>
                <a:lnTo>
                  <a:pt x="510111" y="1126038"/>
                </a:lnTo>
                <a:lnTo>
                  <a:pt x="350072" y="1084899"/>
                </a:lnTo>
                <a:cubicBezTo>
                  <a:pt x="236987" y="1061765"/>
                  <a:pt x="119908" y="1049617"/>
                  <a:pt x="0" y="1049617"/>
                </a:cubicBezTo>
                <a:lnTo>
                  <a:pt x="0" y="1048794"/>
                </a:lnTo>
                <a:lnTo>
                  <a:pt x="0" y="386502"/>
                </a:lnTo>
                <a:lnTo>
                  <a:pt x="1" y="386502"/>
                </a:lnTo>
                <a:close/>
              </a:path>
            </a:pathLst>
          </a:custGeom>
          <a:solidFill>
            <a:schemeClr val="accent3"/>
          </a:solidFill>
          <a:ln>
            <a:noFill/>
          </a:ln>
          <a:effectLst/>
        </p:spPr>
        <p:txBody>
          <a:bodyPr wrap="square" anchor="ctr">
            <a:noAutofit/>
          </a:bodyPr>
          <a:lstStyle/>
          <a:p>
            <a:endParaRPr lang="en-US" sz="6532" dirty="0">
              <a:latin typeface="Fira Sans Light" panose="020B0403050000020004" pitchFamily="34" charset="0"/>
            </a:endParaRPr>
          </a:p>
        </p:txBody>
      </p:sp>
      <p:sp>
        <p:nvSpPr>
          <p:cNvPr id="2" name="Date Placeholder 2">
            <a:extLst>
              <a:ext uri="{FF2B5EF4-FFF2-40B4-BE49-F238E27FC236}">
                <a16:creationId xmlns:a16="http://schemas.microsoft.com/office/drawing/2014/main" id="{A49E938E-D7A6-DB46-981C-C09B061CFC2B}"/>
              </a:ext>
            </a:extLst>
          </p:cNvPr>
          <p:cNvSpPr>
            <a:spLocks noGrp="1"/>
          </p:cNvSpPr>
          <p:nvPr>
            <p:ph type="dt" sz="half" idx="10"/>
          </p:nvPr>
        </p:nvSpPr>
        <p:spPr>
          <a:xfrm>
            <a:off x="635406" y="6460580"/>
            <a:ext cx="2127135" cy="277002"/>
          </a:xfrm>
          <a:prstGeom prst="rect">
            <a:avLst/>
          </a:prstGeom>
        </p:spPr>
        <p:txBody>
          <a:bodyPr/>
          <a:lstStyle/>
          <a:p>
            <a:fld id="{DDC67203-A1A2-114F-B5AE-1771E558E9DE}" type="datetime4">
              <a:rPr lang="en-US" smtClean="0"/>
              <a:t>August 8, 2026</a:t>
            </a:fld>
            <a:endParaRPr lang="en-US" dirty="0"/>
          </a:p>
        </p:txBody>
      </p:sp>
      <p:sp>
        <p:nvSpPr>
          <p:cNvPr id="4" name="Slide Number Placeholder 5">
            <a:extLst>
              <a:ext uri="{FF2B5EF4-FFF2-40B4-BE49-F238E27FC236}">
                <a16:creationId xmlns:a16="http://schemas.microsoft.com/office/drawing/2014/main" id="{BBCF5F1F-6669-B251-79F0-18269C0AD7D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tx2"/>
                </a:solidFill>
                <a:latin typeface="Verdana" panose="020B0604030504040204" pitchFamily="34" charset="0"/>
              </a:defRPr>
            </a:lvl1pPr>
          </a:lstStyle>
          <a:p>
            <a:fld id="{4FA92F45-BA5D-4C7A-ACC7-D44B34072B97}" type="slidenum">
              <a:rPr lang="en-US" smtClean="0"/>
              <a:pPr/>
              <a:t>‹#›</a:t>
            </a:fld>
            <a:endParaRPr lang="en-US" dirty="0"/>
          </a:p>
        </p:txBody>
      </p:sp>
      <p:sp>
        <p:nvSpPr>
          <p:cNvPr id="6" name="TextBox 5">
            <a:extLst>
              <a:ext uri="{FF2B5EF4-FFF2-40B4-BE49-F238E27FC236}">
                <a16:creationId xmlns:a16="http://schemas.microsoft.com/office/drawing/2014/main" id="{726DB889-7FA3-7C11-537F-58532205C0D7}"/>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1548809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Page">
    <p:spTree>
      <p:nvGrpSpPr>
        <p:cNvPr id="1" name=""/>
        <p:cNvGrpSpPr/>
        <p:nvPr/>
      </p:nvGrpSpPr>
      <p:grpSpPr>
        <a:xfrm>
          <a:off x="0" y="0"/>
          <a:ext cx="0" cy="0"/>
          <a:chOff x="0" y="0"/>
          <a:chExt cx="0" cy="0"/>
        </a:xfrm>
      </p:grpSpPr>
      <p:sp>
        <p:nvSpPr>
          <p:cNvPr id="3" name="TextBox 2"/>
          <p:cNvSpPr txBox="1"/>
          <p:nvPr userDrawn="1"/>
        </p:nvSpPr>
        <p:spPr>
          <a:xfrm>
            <a:off x="10840017" y="7532483"/>
            <a:ext cx="184731" cy="369332"/>
          </a:xfrm>
          <a:prstGeom prst="rect">
            <a:avLst/>
          </a:prstGeom>
          <a:noFill/>
        </p:spPr>
        <p:txBody>
          <a:bodyPr wrap="none" rtlCol="0">
            <a:spAutoFit/>
          </a:bodyPr>
          <a:lstStyle/>
          <a:p>
            <a:endParaRPr lang="en-US" sz="1800" b="0" i="0" dirty="0">
              <a:latin typeface="Verdana" panose="020B0604030504040204" pitchFamily="34" charset="0"/>
            </a:endParaRPr>
          </a:p>
        </p:txBody>
      </p:sp>
      <p:pic>
        <p:nvPicPr>
          <p:cNvPr id="8" name="Picture 7">
            <a:extLst>
              <a:ext uri="{FF2B5EF4-FFF2-40B4-BE49-F238E27FC236}">
                <a16:creationId xmlns:a16="http://schemas.microsoft.com/office/drawing/2014/main" id="{D00E1AB0-AC3F-2A40-B351-D6D7E342589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376478" y="2501900"/>
            <a:ext cx="1295400" cy="1460500"/>
          </a:xfrm>
          <a:prstGeom prst="rect">
            <a:avLst/>
          </a:prstGeom>
        </p:spPr>
      </p:pic>
      <p:sp>
        <p:nvSpPr>
          <p:cNvPr id="9" name="TextBox 8">
            <a:extLst>
              <a:ext uri="{FF2B5EF4-FFF2-40B4-BE49-F238E27FC236}">
                <a16:creationId xmlns:a16="http://schemas.microsoft.com/office/drawing/2014/main" id="{21BFBE85-1973-2546-831A-1604401DB129}"/>
              </a:ext>
            </a:extLst>
          </p:cNvPr>
          <p:cNvSpPr txBox="1"/>
          <p:nvPr userDrawn="1"/>
        </p:nvSpPr>
        <p:spPr>
          <a:xfrm>
            <a:off x="4825935" y="2878207"/>
            <a:ext cx="3597460" cy="707886"/>
          </a:xfrm>
          <a:prstGeom prst="rect">
            <a:avLst/>
          </a:prstGeom>
          <a:noFill/>
        </p:spPr>
        <p:txBody>
          <a:bodyPr wrap="square" rtlCol="0">
            <a:spAutoFit/>
          </a:bodyPr>
          <a:lstStyle/>
          <a:p>
            <a:pPr algn="ctr"/>
            <a:r>
              <a:rPr lang="en-US" sz="4000" b="1" dirty="0">
                <a:solidFill>
                  <a:srgbClr val="595555"/>
                </a:solidFill>
                <a:latin typeface="Verdana" panose="020B0604030504040204" pitchFamily="34" charset="0"/>
                <a:ea typeface="Verdana" panose="020B0604030504040204" pitchFamily="34" charset="0"/>
                <a:cs typeface="Verdana" panose="020B0604030504040204" pitchFamily="34" charset="0"/>
              </a:rPr>
              <a:t>THANK YOU</a:t>
            </a:r>
          </a:p>
        </p:txBody>
      </p:sp>
      <p:sp>
        <p:nvSpPr>
          <p:cNvPr id="2" name="Date Placeholder 3">
            <a:extLst>
              <a:ext uri="{FF2B5EF4-FFF2-40B4-BE49-F238E27FC236}">
                <a16:creationId xmlns:a16="http://schemas.microsoft.com/office/drawing/2014/main" id="{8337269D-46AD-3BF1-8A97-2E561FCE2794}"/>
              </a:ext>
            </a:extLst>
          </p:cNvPr>
          <p:cNvSpPr>
            <a:spLocks noGrp="1"/>
          </p:cNvSpPr>
          <p:nvPr>
            <p:ph type="dt" sz="half" idx="2"/>
          </p:nvPr>
        </p:nvSpPr>
        <p:spPr>
          <a:xfrm>
            <a:off x="635406" y="6428427"/>
            <a:ext cx="1029153" cy="277002"/>
          </a:xfrm>
          <a:prstGeom prst="rect">
            <a:avLst/>
          </a:prstGeom>
        </p:spPr>
        <p:txBody>
          <a:bodyPr vert="horz" lIns="0" tIns="0" rIns="0" bIns="0" rtlCol="0" anchor="ctr">
            <a:noAutofit/>
          </a:bodyPr>
          <a:lstStyle>
            <a:lvl1pPr algn="l">
              <a:defRPr sz="750" b="0" i="0">
                <a:solidFill>
                  <a:srgbClr val="8C8585"/>
                </a:solidFill>
                <a:latin typeface="Verdana" panose="020B0604030504040204" pitchFamily="34" charset="0"/>
              </a:defRPr>
            </a:lvl1pPr>
          </a:lstStyle>
          <a:p>
            <a:fld id="{57DFE5B9-248A-314B-B8AE-6F8312001580}" type="datetime4">
              <a:rPr lang="en-US" smtClean="0"/>
              <a:t>August 8, 2026</a:t>
            </a:fld>
            <a:endParaRPr lang="en-US" dirty="0"/>
          </a:p>
        </p:txBody>
      </p:sp>
      <p:sp>
        <p:nvSpPr>
          <p:cNvPr id="4" name="Slide Number Placeholder 5">
            <a:extLst>
              <a:ext uri="{FF2B5EF4-FFF2-40B4-BE49-F238E27FC236}">
                <a16:creationId xmlns:a16="http://schemas.microsoft.com/office/drawing/2014/main" id="{C9D1907B-953B-FE23-7BFE-481B855ABA9C}"/>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rgbClr val="8C8585"/>
                </a:solidFill>
                <a:latin typeface="Verdana" panose="020B0604030504040204" pitchFamily="34" charset="0"/>
              </a:defRPr>
            </a:lvl1pPr>
          </a:lstStyle>
          <a:p>
            <a:fld id="{4FA92F45-BA5D-4C7A-ACC7-D44B34072B97}" type="slidenum">
              <a:rPr lang="en-US" smtClean="0"/>
              <a:pPr/>
              <a:t>‹#›</a:t>
            </a:fld>
            <a:endParaRPr lang="en-US" dirty="0"/>
          </a:p>
        </p:txBody>
      </p:sp>
    </p:spTree>
    <p:extLst>
      <p:ext uri="{BB962C8B-B14F-4D97-AF65-F5344CB8AC3E}">
        <p14:creationId xmlns:p14="http://schemas.microsoft.com/office/powerpoint/2010/main" val="2132525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5406" y="741098"/>
            <a:ext cx="11190834" cy="944881"/>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635406" y="1748891"/>
            <a:ext cx="11190834" cy="419471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Box 4">
            <a:extLst>
              <a:ext uri="{FF2B5EF4-FFF2-40B4-BE49-F238E27FC236}">
                <a16:creationId xmlns:a16="http://schemas.microsoft.com/office/drawing/2014/main" id="{86F367B8-0164-D697-4959-2BA74BFEC031}"/>
              </a:ext>
            </a:extLst>
          </p:cNvPr>
          <p:cNvSpPr txBox="1"/>
          <p:nvPr userDrawn="1"/>
        </p:nvSpPr>
        <p:spPr>
          <a:xfrm>
            <a:off x="0" y="6491339"/>
            <a:ext cx="12192000" cy="161583"/>
          </a:xfrm>
          <a:prstGeom prst="rect">
            <a:avLst/>
          </a:prstGeom>
          <a:noFill/>
        </p:spPr>
        <p:txBody>
          <a:bodyPr wrap="square" rtlCol="0">
            <a:spAutoFit/>
          </a:bodyPr>
          <a:lstStyle/>
          <a:p>
            <a:pPr algn="ctr"/>
            <a:r>
              <a:rPr lang="en-US" sz="450" b="0" i="0" dirty="0">
                <a:solidFill>
                  <a:srgbClr val="595555"/>
                </a:solidFill>
                <a:latin typeface="Verdana" panose="020B0604030504040204" pitchFamily="34" charset="0"/>
              </a:rPr>
              <a:t>© 2026 United Parcel Service of America, Inc. UPS, the UPS brandmark and the color brown are trademarks of United Parcel Service of America, Inc. All rights reserved.</a:t>
            </a:r>
          </a:p>
        </p:txBody>
      </p:sp>
      <p:sp>
        <p:nvSpPr>
          <p:cNvPr id="8" name="Date Placeholder 3">
            <a:extLst>
              <a:ext uri="{FF2B5EF4-FFF2-40B4-BE49-F238E27FC236}">
                <a16:creationId xmlns:a16="http://schemas.microsoft.com/office/drawing/2014/main" id="{618FEF05-D02B-2941-67C9-48629A096BD4}"/>
              </a:ext>
            </a:extLst>
          </p:cNvPr>
          <p:cNvSpPr>
            <a:spLocks noGrp="1"/>
          </p:cNvSpPr>
          <p:nvPr>
            <p:ph type="dt" sz="half" idx="2"/>
          </p:nvPr>
        </p:nvSpPr>
        <p:spPr>
          <a:xfrm>
            <a:off x="635406" y="6428427"/>
            <a:ext cx="1029153" cy="277002"/>
          </a:xfrm>
          <a:prstGeom prst="rect">
            <a:avLst/>
          </a:prstGeom>
        </p:spPr>
        <p:txBody>
          <a:bodyPr vert="horz" lIns="0" tIns="0" rIns="0" bIns="0" rtlCol="0" anchor="ctr">
            <a:noAutofit/>
          </a:bodyPr>
          <a:lstStyle>
            <a:lvl1pPr algn="l">
              <a:defRPr sz="750" b="0" i="0">
                <a:solidFill>
                  <a:srgbClr val="8C8585"/>
                </a:solidFill>
                <a:latin typeface="Verdana" panose="020B0604030504040204" pitchFamily="34" charset="0"/>
              </a:defRPr>
            </a:lvl1pPr>
          </a:lstStyle>
          <a:p>
            <a:fld id="{0639D86D-B328-E04E-9116-3DC813537D40}" type="datetime4">
              <a:rPr lang="en-US" smtClean="0"/>
              <a:t>August 8, 2026</a:t>
            </a:fld>
            <a:endParaRPr lang="en-US" dirty="0"/>
          </a:p>
        </p:txBody>
      </p:sp>
      <p:sp>
        <p:nvSpPr>
          <p:cNvPr id="6" name="Slide Number Placeholder 5">
            <a:extLst>
              <a:ext uri="{FF2B5EF4-FFF2-40B4-BE49-F238E27FC236}">
                <a16:creationId xmlns:a16="http://schemas.microsoft.com/office/drawing/2014/main" id="{C998EC3B-FF9A-757C-3015-E9507C3CEDE7}"/>
              </a:ext>
            </a:extLst>
          </p:cNvPr>
          <p:cNvSpPr>
            <a:spLocks noGrp="1"/>
          </p:cNvSpPr>
          <p:nvPr>
            <p:ph type="sldNum" sz="quarter" idx="4"/>
          </p:nvPr>
        </p:nvSpPr>
        <p:spPr>
          <a:xfrm>
            <a:off x="11018114" y="6428427"/>
            <a:ext cx="538480" cy="277002"/>
          </a:xfrm>
          <a:prstGeom prst="rect">
            <a:avLst/>
          </a:prstGeom>
        </p:spPr>
        <p:txBody>
          <a:bodyPr vert="horz" lIns="0" tIns="0" rIns="0" bIns="0" rtlCol="0" anchor="ctr">
            <a:noAutofit/>
          </a:bodyPr>
          <a:lstStyle>
            <a:lvl1pPr algn="r">
              <a:defRPr sz="750" b="0" i="0">
                <a:solidFill>
                  <a:schemeClr val="tx2"/>
                </a:solidFill>
                <a:latin typeface="Verdana" panose="020B0604030504040204" pitchFamily="34" charset="0"/>
              </a:defRPr>
            </a:lvl1pPr>
          </a:lstStyle>
          <a:p>
            <a:fld id="{4FA92F45-BA5D-4C7A-ACC7-D44B34072B97}" type="slidenum">
              <a:rPr lang="en-US" smtClean="0"/>
              <a:pPr/>
              <a:t>‹#›</a:t>
            </a:fld>
            <a:endParaRPr lang="en-US" dirty="0"/>
          </a:p>
        </p:txBody>
      </p:sp>
    </p:spTree>
    <p:extLst>
      <p:ext uri="{BB962C8B-B14F-4D97-AF65-F5344CB8AC3E}">
        <p14:creationId xmlns:p14="http://schemas.microsoft.com/office/powerpoint/2010/main" val="1675291412"/>
      </p:ext>
    </p:extLst>
  </p:cSld>
  <p:clrMap bg1="lt1" tx1="dk1" bg2="lt2" tx2="dk2" accent1="accent1" accent2="accent2" accent3="accent3" accent4="accent4" accent5="accent5" accent6="accent6" hlink="hlink" folHlink="folHlink"/>
  <p:sldLayoutIdLst>
    <p:sldLayoutId id="2147483740" r:id="rId1"/>
    <p:sldLayoutId id="2147483726" r:id="rId2"/>
    <p:sldLayoutId id="2147483732" r:id="rId3"/>
    <p:sldLayoutId id="2147483746" r:id="rId4"/>
    <p:sldLayoutId id="2147483733" r:id="rId5"/>
    <p:sldLayoutId id="2147483752" r:id="rId6"/>
    <p:sldLayoutId id="2147483707" r:id="rId7"/>
    <p:sldLayoutId id="2147483708" r:id="rId8"/>
    <p:sldLayoutId id="2147483730" r:id="rId9"/>
    <p:sldLayoutId id="2147483747" r:id="rId10"/>
    <p:sldLayoutId id="2147483741" r:id="rId11"/>
    <p:sldLayoutId id="2147483734" r:id="rId12"/>
    <p:sldLayoutId id="2147483743" r:id="rId13"/>
    <p:sldLayoutId id="2147483750" r:id="rId14"/>
    <p:sldLayoutId id="2147483751" r:id="rId15"/>
    <p:sldLayoutId id="2147483748" r:id="rId16"/>
    <p:sldLayoutId id="2147483738" r:id="rId17"/>
    <p:sldLayoutId id="2147483745" r:id="rId18"/>
    <p:sldLayoutId id="2147483694" r:id="rId19"/>
    <p:sldLayoutId id="2147483737" r:id="rId20"/>
    <p:sldLayoutId id="2147483744" r:id="rId21"/>
    <p:sldLayoutId id="2147483736" r:id="rId22"/>
    <p:sldLayoutId id="2147483684" r:id="rId23"/>
    <p:sldLayoutId id="2147483722" r:id="rId24"/>
    <p:sldLayoutId id="2147483742" r:id="rId25"/>
    <p:sldLayoutId id="2147483723" r:id="rId26"/>
    <p:sldLayoutId id="2147483739" r:id="rId27"/>
    <p:sldLayoutId id="2147483735" r:id="rId28"/>
    <p:sldLayoutId id="2147483749" r:id="rId29"/>
    <p:sldLayoutId id="2147483754" r:id="rId30"/>
    <p:sldLayoutId id="2147483706" r:id="rId3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txStyles>
    <p:titleStyle>
      <a:lvl1pPr algn="l" defTabSz="685800" rtl="0" eaLnBrk="1" latinLnBrk="0" hangingPunct="1">
        <a:lnSpc>
          <a:spcPct val="100000"/>
        </a:lnSpc>
        <a:spcBef>
          <a:spcPct val="0"/>
        </a:spcBef>
        <a:buNone/>
        <a:defRPr sz="2200" b="1" i="0" kern="1200" baseline="0">
          <a:solidFill>
            <a:srgbClr val="595555"/>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685800" rtl="0" eaLnBrk="1" latinLnBrk="0" hangingPunct="1">
        <a:lnSpc>
          <a:spcPct val="100000"/>
        </a:lnSpc>
        <a:spcBef>
          <a:spcPts val="1000"/>
        </a:spcBef>
        <a:buFont typeface="Arial"/>
        <a:buNone/>
        <a:defRPr sz="1800" kern="1200" cap="none" baseline="0">
          <a:solidFill>
            <a:schemeClr val="tx2"/>
          </a:solidFill>
          <a:latin typeface="Verdana" panose="020B0604030504040204" pitchFamily="34" charset="0"/>
          <a:ea typeface="Verdana" panose="020B0604030504040204" pitchFamily="34" charset="0"/>
          <a:cs typeface="Verdana" panose="020B0604030504040204" pitchFamily="34" charset="0"/>
        </a:defRPr>
      </a:lvl1pPr>
      <a:lvl2pPr marL="203597" indent="-203597" algn="l" defTabSz="685800" rtl="0" eaLnBrk="1" latinLnBrk="0" hangingPunct="1">
        <a:lnSpc>
          <a:spcPct val="100000"/>
        </a:lnSpc>
        <a:spcBef>
          <a:spcPts val="1000"/>
        </a:spcBef>
        <a:buClr>
          <a:schemeClr val="tx2"/>
        </a:buClr>
        <a:buFont typeface="Arial" panose="020B0604020202020204" pitchFamily="34" charset="0"/>
        <a:buChar char="•"/>
        <a:tabLst/>
        <a:defRPr sz="1600" kern="1200">
          <a:solidFill>
            <a:schemeClr val="tx2"/>
          </a:solidFill>
          <a:latin typeface="Verdana" panose="020B0604030504040204" pitchFamily="34" charset="0"/>
          <a:ea typeface="Verdana" panose="020B0604030504040204" pitchFamily="34" charset="0"/>
          <a:cs typeface="Verdana" panose="020B0604030504040204" pitchFamily="34" charset="0"/>
        </a:defRPr>
      </a:lvl2pPr>
      <a:lvl3pPr marL="429816" indent="-215504" algn="l" defTabSz="685800" rtl="0" eaLnBrk="1" latinLnBrk="0" hangingPunct="1">
        <a:lnSpc>
          <a:spcPct val="100000"/>
        </a:lnSpc>
        <a:spcBef>
          <a:spcPts val="1000"/>
        </a:spcBef>
        <a:buClr>
          <a:schemeClr val="tx2"/>
        </a:buClr>
        <a:buFont typeface="Courier New" panose="02070309020205020404" pitchFamily="49" charset="0"/>
        <a:buChar char="o"/>
        <a:tabLst/>
        <a:defRPr sz="1400" kern="1200">
          <a:solidFill>
            <a:schemeClr val="tx2"/>
          </a:solidFill>
          <a:latin typeface="Verdana" panose="020B0604030504040204" pitchFamily="34" charset="0"/>
          <a:ea typeface="Verdana" panose="020B0604030504040204" pitchFamily="34" charset="0"/>
          <a:cs typeface="Verdana" panose="020B0604030504040204" pitchFamily="34" charset="0"/>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tx2"/>
          </a:solidFill>
          <a:latin typeface="Verdana" panose="020B0604030504040204" pitchFamily="34" charset="0"/>
          <a:ea typeface="Verdana" panose="020B0604030504040204" pitchFamily="34" charset="0"/>
          <a:cs typeface="Verdana" panose="020B0604030504040204" pitchFamily="34" charset="0"/>
        </a:defRPr>
      </a:lvl4pPr>
      <a:lvl5pPr marL="860822" indent="-220266" algn="l" defTabSz="685800" rtl="0" eaLnBrk="1" latinLnBrk="0" hangingPunct="1">
        <a:lnSpc>
          <a:spcPct val="100000"/>
        </a:lnSpc>
        <a:spcBef>
          <a:spcPts val="1000"/>
        </a:spcBef>
        <a:buClr>
          <a:schemeClr val="tx2"/>
        </a:buClr>
        <a:buFont typeface="Arial" panose="020B0604020202020204" pitchFamily="34" charset="0"/>
        <a:buChar char="•"/>
        <a:tabLst/>
        <a:defRPr sz="1200" kern="1200">
          <a:solidFill>
            <a:schemeClr val="tx2"/>
          </a:solidFill>
          <a:latin typeface="Verdana" panose="020B0604030504040204" pitchFamily="34" charset="0"/>
          <a:ea typeface="Verdana" panose="020B0604030504040204" pitchFamily="34" charset="0"/>
          <a:cs typeface="Verdana" panose="020B0604030504040204" pitchFamily="34"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9D15DB-C3A3-7174-E9AD-17EC6BD34C72}"/>
              </a:ext>
            </a:extLst>
          </p:cNvPr>
          <p:cNvSpPr>
            <a:spLocks noGrp="1"/>
          </p:cNvSpPr>
          <p:nvPr>
            <p:ph type="dt" sz="half" idx="10"/>
          </p:nvPr>
        </p:nvSpPr>
        <p:spPr/>
        <p:txBody>
          <a:bodyPr/>
          <a:lstStyle/>
          <a:p>
            <a:fld id="{DDC67203-A1A2-114F-B5AE-1771E558E9DE}" type="datetime4">
              <a:rPr lang="en-US" smtClean="0"/>
              <a:t>August 8, 2026</a:t>
            </a:fld>
            <a:endParaRPr lang="en-US" dirty="0"/>
          </a:p>
        </p:txBody>
      </p:sp>
      <p:sp>
        <p:nvSpPr>
          <p:cNvPr id="3" name="Slide Number Placeholder 2">
            <a:extLst>
              <a:ext uri="{FF2B5EF4-FFF2-40B4-BE49-F238E27FC236}">
                <a16:creationId xmlns:a16="http://schemas.microsoft.com/office/drawing/2014/main" id="{9C55089A-A371-CAE4-80FD-6F08DD569FBA}"/>
              </a:ext>
            </a:extLst>
          </p:cNvPr>
          <p:cNvSpPr>
            <a:spLocks noGrp="1"/>
          </p:cNvSpPr>
          <p:nvPr>
            <p:ph type="sldNum" sz="quarter" idx="4"/>
          </p:nvPr>
        </p:nvSpPr>
        <p:spPr/>
        <p:txBody>
          <a:bodyPr/>
          <a:lstStyle/>
          <a:p>
            <a:fld id="{4FA92F45-BA5D-4C7A-ACC7-D44B34072B97}" type="slidenum">
              <a:rPr lang="en-US" smtClean="0"/>
              <a:pPr/>
              <a:t>1</a:t>
            </a:fld>
            <a:endParaRPr lang="en-US" dirty="0"/>
          </a:p>
        </p:txBody>
      </p:sp>
      <p:sp>
        <p:nvSpPr>
          <p:cNvPr id="4" name="TextBox 3">
            <a:extLst>
              <a:ext uri="{FF2B5EF4-FFF2-40B4-BE49-F238E27FC236}">
                <a16:creationId xmlns:a16="http://schemas.microsoft.com/office/drawing/2014/main" id="{B7C47022-10C1-EF98-9093-55DC4E3562BB}"/>
              </a:ext>
            </a:extLst>
          </p:cNvPr>
          <p:cNvSpPr txBox="1"/>
          <p:nvPr/>
        </p:nvSpPr>
        <p:spPr>
          <a:xfrm>
            <a:off x="497598" y="1575742"/>
            <a:ext cx="4127789" cy="1569660"/>
          </a:xfrm>
          <a:prstGeom prst="rect">
            <a:avLst/>
          </a:prstGeom>
          <a:noFill/>
        </p:spPr>
        <p:txBody>
          <a:bodyPr wrap="square" rtlCol="0">
            <a:spAutoFit/>
          </a:bodyPr>
          <a:lstStyle/>
          <a:p>
            <a:r>
              <a:rPr lang="en-US" sz="3200" b="1" dirty="0">
                <a:solidFill>
                  <a:schemeClr val="accent1"/>
                </a:solidFill>
                <a:latin typeface="Verdana" panose="020B0604030504040204" pitchFamily="34" charset="0"/>
                <a:ea typeface="Verdana" panose="020B0604030504040204" pitchFamily="34" charset="0"/>
                <a:cs typeface="Verdana" panose="020B0604030504040204" pitchFamily="34" charset="0"/>
              </a:rPr>
              <a:t>Designing Accurate Agentic Workflows</a:t>
            </a:r>
          </a:p>
        </p:txBody>
      </p:sp>
      <p:sp>
        <p:nvSpPr>
          <p:cNvPr id="5" name="TextBox 4">
            <a:extLst>
              <a:ext uri="{FF2B5EF4-FFF2-40B4-BE49-F238E27FC236}">
                <a16:creationId xmlns:a16="http://schemas.microsoft.com/office/drawing/2014/main" id="{12583A08-02F5-8B46-1CCB-D25471CCF511}"/>
              </a:ext>
            </a:extLst>
          </p:cNvPr>
          <p:cNvSpPr txBox="1"/>
          <p:nvPr/>
        </p:nvSpPr>
        <p:spPr>
          <a:xfrm>
            <a:off x="540180" y="3919434"/>
            <a:ext cx="2932485" cy="584775"/>
          </a:xfrm>
          <a:prstGeom prst="rect">
            <a:avLst/>
          </a:prstGeom>
          <a:noFill/>
        </p:spPr>
        <p:txBody>
          <a:bodyPr wrap="square" rtlCol="0">
            <a:spAutoFit/>
          </a:bodyPr>
          <a:lstStyle/>
          <a:p>
            <a:r>
              <a:rPr lang="en-US" sz="1600" dirty="0">
                <a:solidFill>
                  <a:schemeClr val="tx2"/>
                </a:solidFill>
                <a:latin typeface="Verdana" panose="020B0604030504040204" pitchFamily="34" charset="0"/>
                <a:ea typeface="Verdana" panose="020B0604030504040204" pitchFamily="34" charset="0"/>
                <a:cs typeface="Verdana" panose="020B0604030504040204" pitchFamily="34" charset="0"/>
              </a:rPr>
              <a:t>Ability to Design Accurate SDLC Agentic Workflows</a:t>
            </a:r>
          </a:p>
        </p:txBody>
      </p:sp>
      <p:cxnSp>
        <p:nvCxnSpPr>
          <p:cNvPr id="6" name="Straight Connector 5">
            <a:extLst>
              <a:ext uri="{FF2B5EF4-FFF2-40B4-BE49-F238E27FC236}">
                <a16:creationId xmlns:a16="http://schemas.microsoft.com/office/drawing/2014/main" id="{B041537E-9471-B0B5-66A6-84E44B6DBB03}"/>
              </a:ext>
            </a:extLst>
          </p:cNvPr>
          <p:cNvCxnSpPr/>
          <p:nvPr/>
        </p:nvCxnSpPr>
        <p:spPr>
          <a:xfrm>
            <a:off x="619140" y="3532113"/>
            <a:ext cx="668311"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1D699D01-A512-F10A-7C49-86C7ED9CCBF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19140" y="690064"/>
            <a:ext cx="511625" cy="613950"/>
          </a:xfrm>
          <a:prstGeom prst="rect">
            <a:avLst/>
          </a:prstGeom>
        </p:spPr>
      </p:pic>
    </p:spTree>
    <p:extLst>
      <p:ext uri="{BB962C8B-B14F-4D97-AF65-F5344CB8AC3E}">
        <p14:creationId xmlns:p14="http://schemas.microsoft.com/office/powerpoint/2010/main" val="3208475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5FC6D-A8A2-D90D-C1CE-DF36612676C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3EEF537-5D51-5FC2-DEAE-273F912EE1AE}"/>
              </a:ext>
            </a:extLst>
          </p:cNvPr>
          <p:cNvSpPr>
            <a:spLocks noGrp="1"/>
          </p:cNvSpPr>
          <p:nvPr>
            <p:ph type="dt" sz="half" idx="10"/>
          </p:nvPr>
        </p:nvSpPr>
        <p:spPr/>
        <p:txBody>
          <a:bodyPr/>
          <a:lstStyle/>
          <a:p>
            <a:fld id="{0D849A30-DF6A-B244-A6DE-2B42C0D7CF41}" type="datetime4">
              <a:rPr lang="en-US" smtClean="0"/>
              <a:t>August 8, 2026</a:t>
            </a:fld>
            <a:endParaRPr lang="en-US"/>
          </a:p>
        </p:txBody>
      </p:sp>
      <p:sp>
        <p:nvSpPr>
          <p:cNvPr id="5" name="Slide Number Placeholder 4">
            <a:extLst>
              <a:ext uri="{FF2B5EF4-FFF2-40B4-BE49-F238E27FC236}">
                <a16:creationId xmlns:a16="http://schemas.microsoft.com/office/drawing/2014/main" id="{A7892952-E40F-9E9E-613F-8B609572D5D0}"/>
              </a:ext>
            </a:extLst>
          </p:cNvPr>
          <p:cNvSpPr>
            <a:spLocks noGrp="1"/>
          </p:cNvSpPr>
          <p:nvPr>
            <p:ph type="sldNum" sz="quarter" idx="4"/>
          </p:nvPr>
        </p:nvSpPr>
        <p:spPr>
          <a:prstGeom prst="rect">
            <a:avLst/>
          </a:prstGeom>
        </p:spPr>
        <p:txBody>
          <a:bodyPr/>
          <a:lstStyle/>
          <a:p>
            <a:pPr marL="94615">
              <a:lnSpc>
                <a:spcPct val="100000"/>
              </a:lnSpc>
              <a:spcBef>
                <a:spcPts val="100"/>
              </a:spcBef>
            </a:pPr>
            <a:fld id="{81D60167-4931-47E6-BA6A-407CBD079E47}" type="slidenum">
              <a:rPr lang="en-US" spc="-50" smtClean="0"/>
              <a:t>2</a:t>
            </a:fld>
            <a:endParaRPr lang="en-US" spc="-50" dirty="0"/>
          </a:p>
        </p:txBody>
      </p:sp>
      <p:sp>
        <p:nvSpPr>
          <p:cNvPr id="3" name="Text Placeholder 2">
            <a:extLst>
              <a:ext uri="{FF2B5EF4-FFF2-40B4-BE49-F238E27FC236}">
                <a16:creationId xmlns:a16="http://schemas.microsoft.com/office/drawing/2014/main" id="{139EB4DE-C88C-98CA-3BB3-927613A1ADCD}"/>
              </a:ext>
            </a:extLst>
          </p:cNvPr>
          <p:cNvSpPr>
            <a:spLocks noGrp="1"/>
          </p:cNvSpPr>
          <p:nvPr>
            <p:ph type="body" idx="4294967295"/>
          </p:nvPr>
        </p:nvSpPr>
        <p:spPr>
          <a:xfrm>
            <a:off x="6740119" y="733747"/>
            <a:ext cx="4816475" cy="485775"/>
          </a:xfrm>
          <a:prstGeom prst="roundRect">
            <a:avLst>
              <a:gd name="adj" fmla="val 50000"/>
            </a:avLst>
          </a:prstGeom>
          <a:noFill/>
          <a:effectLst/>
        </p:spPr>
        <p:txBody>
          <a:bodyPr anchor="ctr"/>
          <a:lstStyle/>
          <a:p>
            <a:pPr marL="182880" algn="r"/>
            <a:r>
              <a:rPr lang="en-US" sz="3200" b="1" dirty="0">
                <a:solidFill>
                  <a:schemeClr val="accent1"/>
                </a:solidFill>
              </a:rPr>
              <a:t>Today’s agenda</a:t>
            </a:r>
            <a:endParaRPr lang="en-US" sz="1100" dirty="0">
              <a:solidFill>
                <a:schemeClr val="accent1"/>
              </a:solidFill>
            </a:endParaRPr>
          </a:p>
        </p:txBody>
      </p:sp>
      <p:sp>
        <p:nvSpPr>
          <p:cNvPr id="19" name="Text Placeholder 2">
            <a:extLst>
              <a:ext uri="{FF2B5EF4-FFF2-40B4-BE49-F238E27FC236}">
                <a16:creationId xmlns:a16="http://schemas.microsoft.com/office/drawing/2014/main" id="{F0BA354D-BAFC-8FCB-85DC-E8ED6ECF0C23}"/>
              </a:ext>
            </a:extLst>
          </p:cNvPr>
          <p:cNvSpPr txBox="1">
            <a:spLocks/>
          </p:cNvSpPr>
          <p:nvPr/>
        </p:nvSpPr>
        <p:spPr>
          <a:xfrm>
            <a:off x="5624185" y="1576563"/>
            <a:ext cx="5075735" cy="944880"/>
          </a:xfrm>
          <a:prstGeom prst="roundRect">
            <a:avLst>
              <a:gd name="adj" fmla="val 50000"/>
            </a:avLst>
          </a:prstGeom>
          <a:solidFill>
            <a:schemeClr val="bg1"/>
          </a:solidFill>
          <a:ln>
            <a:solidFill>
              <a:schemeClr val="accent3"/>
            </a:solidFill>
          </a:ln>
          <a:effectLst/>
        </p:spPr>
        <p:txBody>
          <a:bodyPr vert="horz" lIns="0" tIns="0" rIns="0" bIns="0" rtlCol="0" anchor="ctr">
            <a:noAutofit/>
          </a:bodyPr>
          <a:lstStyle>
            <a:lvl1pPr marL="0" indent="0" algn="l" defTabSz="685800" rtl="0" eaLnBrk="1" latinLnBrk="0" hangingPunct="1">
              <a:lnSpc>
                <a:spcPct val="100000"/>
              </a:lnSpc>
              <a:spcBef>
                <a:spcPts val="1000"/>
              </a:spcBef>
              <a:buFont typeface="Arial"/>
              <a:buNone/>
              <a:defRPr sz="1800" b="0" i="0" kern="1200" cap="none" baseline="0">
                <a:solidFill>
                  <a:schemeClr val="tx1"/>
                </a:solidFill>
                <a:latin typeface="+mn-lt"/>
                <a:ea typeface="+mn-ea"/>
                <a:cs typeface="+mn-cs"/>
              </a:defRPr>
            </a:lvl1pPr>
            <a:lvl2pPr marL="203597" indent="-203597" algn="l" defTabSz="685800" rtl="0" eaLnBrk="1" latinLnBrk="0" hangingPunct="1">
              <a:lnSpc>
                <a:spcPct val="100000"/>
              </a:lnSpc>
              <a:spcBef>
                <a:spcPts val="1000"/>
              </a:spcBef>
              <a:buClr>
                <a:schemeClr val="tx2"/>
              </a:buClr>
              <a:buFont typeface="Arial" panose="020B0604020202020204" pitchFamily="34" charset="0"/>
              <a:buChar char="•"/>
              <a:tabLst/>
              <a:defRPr sz="1600" kern="1200">
                <a:solidFill>
                  <a:schemeClr val="tx2"/>
                </a:solidFill>
                <a:latin typeface="+mn-lt"/>
                <a:ea typeface="+mn-ea"/>
                <a:cs typeface="+mn-cs"/>
              </a:defRPr>
            </a:lvl2pPr>
            <a:lvl3pPr marL="429816" indent="-215504" algn="l" defTabSz="685800" rtl="0" eaLnBrk="1" latinLnBrk="0" hangingPunct="1">
              <a:lnSpc>
                <a:spcPct val="100000"/>
              </a:lnSpc>
              <a:spcBef>
                <a:spcPts val="1000"/>
              </a:spcBef>
              <a:buClr>
                <a:schemeClr val="tx2"/>
              </a:buClr>
              <a:buFont typeface="Courier New" panose="02070309020205020404" pitchFamily="49" charset="0"/>
              <a:buChar char="o"/>
              <a:tabLst/>
              <a:defRPr sz="1400" kern="1200">
                <a:solidFill>
                  <a:schemeClr val="tx2"/>
                </a:solidFill>
                <a:latin typeface="+mn-lt"/>
                <a:ea typeface="+mn-ea"/>
                <a:cs typeface="+mn-cs"/>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tx2"/>
                </a:solidFill>
                <a:latin typeface="+mn-lt"/>
                <a:ea typeface="+mn-ea"/>
                <a:cs typeface="+mn-cs"/>
              </a:defRPr>
            </a:lvl4pPr>
            <a:lvl5pPr marL="860822" indent="-220266" algn="l" defTabSz="685800" rtl="0" eaLnBrk="1" latinLnBrk="0" hangingPunct="1">
              <a:lnSpc>
                <a:spcPct val="100000"/>
              </a:lnSpc>
              <a:spcBef>
                <a:spcPts val="1000"/>
              </a:spcBef>
              <a:buClr>
                <a:schemeClr val="tx2"/>
              </a:buClr>
              <a:buFont typeface="Arial" panose="020B0604020202020204" pitchFamily="34" charset="0"/>
              <a:buChar char="•"/>
              <a:tabLst/>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182880" algn="r">
              <a:spcAft>
                <a:spcPts val="1200"/>
              </a:spcAft>
            </a:pPr>
            <a:r>
              <a:rPr lang="en-US" b="1" dirty="0">
                <a:latin typeface="Times New Roman" panose="02020603050405020304" pitchFamily="18" charset="0"/>
                <a:cs typeface="Times New Roman" panose="02020603050405020304" pitchFamily="18" charset="0"/>
              </a:rPr>
              <a:t>Setting up Context for AI Architecture</a:t>
            </a:r>
            <a:endParaRPr lang="en-US" b="1" dirty="0">
              <a:solidFill>
                <a:schemeClr val="tx2"/>
              </a:solidFill>
              <a:latin typeface="Times New Roman" panose="02020603050405020304" pitchFamily="18" charset="0"/>
              <a:cs typeface="Times New Roman" panose="02020603050405020304" pitchFamily="18" charset="0"/>
            </a:endParaRPr>
          </a:p>
        </p:txBody>
      </p:sp>
      <p:sp>
        <p:nvSpPr>
          <p:cNvPr id="26" name="Text Placeholder 2">
            <a:extLst>
              <a:ext uri="{FF2B5EF4-FFF2-40B4-BE49-F238E27FC236}">
                <a16:creationId xmlns:a16="http://schemas.microsoft.com/office/drawing/2014/main" id="{8BCB1323-150E-5D51-ABD5-9BA70E4AA05B}"/>
              </a:ext>
            </a:extLst>
          </p:cNvPr>
          <p:cNvSpPr txBox="1">
            <a:spLocks/>
          </p:cNvSpPr>
          <p:nvPr/>
        </p:nvSpPr>
        <p:spPr>
          <a:xfrm>
            <a:off x="5624186" y="2716736"/>
            <a:ext cx="5075734" cy="944880"/>
          </a:xfrm>
          <a:prstGeom prst="roundRect">
            <a:avLst>
              <a:gd name="adj" fmla="val 50000"/>
            </a:avLst>
          </a:prstGeom>
          <a:solidFill>
            <a:schemeClr val="bg1"/>
          </a:solidFill>
          <a:ln>
            <a:solidFill>
              <a:schemeClr val="accent3"/>
            </a:solidFill>
          </a:ln>
          <a:effectLst/>
        </p:spPr>
        <p:txBody>
          <a:bodyPr vert="horz" lIns="0" tIns="0" rIns="0" bIns="0" rtlCol="0" anchor="ctr">
            <a:noAutofit/>
          </a:bodyPr>
          <a:lstStyle>
            <a:lvl1pPr marL="0" indent="0" algn="l" defTabSz="685800" rtl="0" eaLnBrk="1" latinLnBrk="0" hangingPunct="1">
              <a:lnSpc>
                <a:spcPct val="100000"/>
              </a:lnSpc>
              <a:spcBef>
                <a:spcPts val="1000"/>
              </a:spcBef>
              <a:buFont typeface="Arial"/>
              <a:buNone/>
              <a:defRPr sz="1800" b="0" i="0" kern="1200" cap="none" baseline="0">
                <a:solidFill>
                  <a:schemeClr val="tx1"/>
                </a:solidFill>
                <a:latin typeface="+mn-lt"/>
                <a:ea typeface="+mn-ea"/>
                <a:cs typeface="+mn-cs"/>
              </a:defRPr>
            </a:lvl1pPr>
            <a:lvl2pPr marL="203597" indent="-203597" algn="l" defTabSz="685800" rtl="0" eaLnBrk="1" latinLnBrk="0" hangingPunct="1">
              <a:lnSpc>
                <a:spcPct val="100000"/>
              </a:lnSpc>
              <a:spcBef>
                <a:spcPts val="1000"/>
              </a:spcBef>
              <a:buClr>
                <a:schemeClr val="tx2"/>
              </a:buClr>
              <a:buFont typeface="Arial" panose="020B0604020202020204" pitchFamily="34" charset="0"/>
              <a:buChar char="•"/>
              <a:tabLst/>
              <a:defRPr sz="1600" kern="1200">
                <a:solidFill>
                  <a:schemeClr val="tx2"/>
                </a:solidFill>
                <a:latin typeface="+mn-lt"/>
                <a:ea typeface="+mn-ea"/>
                <a:cs typeface="+mn-cs"/>
              </a:defRPr>
            </a:lvl2pPr>
            <a:lvl3pPr marL="429816" indent="-215504" algn="l" defTabSz="685800" rtl="0" eaLnBrk="1" latinLnBrk="0" hangingPunct="1">
              <a:lnSpc>
                <a:spcPct val="100000"/>
              </a:lnSpc>
              <a:spcBef>
                <a:spcPts val="1000"/>
              </a:spcBef>
              <a:buClr>
                <a:schemeClr val="tx2"/>
              </a:buClr>
              <a:buFont typeface="Courier New" panose="02070309020205020404" pitchFamily="49" charset="0"/>
              <a:buChar char="o"/>
              <a:tabLst/>
              <a:defRPr sz="1400" kern="1200">
                <a:solidFill>
                  <a:schemeClr val="tx2"/>
                </a:solidFill>
                <a:latin typeface="+mn-lt"/>
                <a:ea typeface="+mn-ea"/>
                <a:cs typeface="+mn-cs"/>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tx2"/>
                </a:solidFill>
                <a:latin typeface="+mn-lt"/>
                <a:ea typeface="+mn-ea"/>
                <a:cs typeface="+mn-cs"/>
              </a:defRPr>
            </a:lvl4pPr>
            <a:lvl5pPr marL="860822" indent="-220266" algn="l" defTabSz="685800" rtl="0" eaLnBrk="1" latinLnBrk="0" hangingPunct="1">
              <a:lnSpc>
                <a:spcPct val="100000"/>
              </a:lnSpc>
              <a:spcBef>
                <a:spcPts val="1000"/>
              </a:spcBef>
              <a:buClr>
                <a:schemeClr val="tx2"/>
              </a:buClr>
              <a:buFont typeface="Arial" panose="020B0604020202020204" pitchFamily="34" charset="0"/>
              <a:buChar char="•"/>
              <a:tabLst/>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182880" algn="r">
              <a:spcAft>
                <a:spcPts val="1200"/>
              </a:spcAft>
            </a:pPr>
            <a:r>
              <a:rPr lang="en-US" b="1" dirty="0">
                <a:latin typeface="Times New Roman" panose="02020603050405020304" pitchFamily="18" charset="0"/>
                <a:cs typeface="Times New Roman" panose="02020603050405020304" pitchFamily="18" charset="0"/>
              </a:rPr>
              <a:t>Setting up Router agent</a:t>
            </a:r>
          </a:p>
        </p:txBody>
      </p:sp>
      <p:sp>
        <p:nvSpPr>
          <p:cNvPr id="27" name="Text Placeholder 2">
            <a:extLst>
              <a:ext uri="{FF2B5EF4-FFF2-40B4-BE49-F238E27FC236}">
                <a16:creationId xmlns:a16="http://schemas.microsoft.com/office/drawing/2014/main" id="{66129B12-AEC6-74F4-9F39-C48F98E62037}"/>
              </a:ext>
            </a:extLst>
          </p:cNvPr>
          <p:cNvSpPr txBox="1">
            <a:spLocks/>
          </p:cNvSpPr>
          <p:nvPr/>
        </p:nvSpPr>
        <p:spPr>
          <a:xfrm>
            <a:off x="5624185" y="3856909"/>
            <a:ext cx="5075733" cy="944880"/>
          </a:xfrm>
          <a:prstGeom prst="roundRect">
            <a:avLst>
              <a:gd name="adj" fmla="val 50000"/>
            </a:avLst>
          </a:prstGeom>
          <a:solidFill>
            <a:schemeClr val="bg1"/>
          </a:solidFill>
          <a:ln>
            <a:solidFill>
              <a:schemeClr val="accent3"/>
            </a:solidFill>
          </a:ln>
          <a:effectLst/>
        </p:spPr>
        <p:txBody>
          <a:bodyPr vert="horz" lIns="0" tIns="0" rIns="0" bIns="0" rtlCol="0" anchor="ctr">
            <a:noAutofit/>
          </a:bodyPr>
          <a:lstStyle>
            <a:lvl1pPr marL="0" indent="0" algn="l" defTabSz="685800" rtl="0" eaLnBrk="1" latinLnBrk="0" hangingPunct="1">
              <a:lnSpc>
                <a:spcPct val="100000"/>
              </a:lnSpc>
              <a:spcBef>
                <a:spcPts val="1000"/>
              </a:spcBef>
              <a:buFont typeface="Arial"/>
              <a:buNone/>
              <a:defRPr sz="1800" b="0" i="0" kern="1200" cap="none" baseline="0">
                <a:solidFill>
                  <a:schemeClr val="tx1"/>
                </a:solidFill>
                <a:latin typeface="+mn-lt"/>
                <a:ea typeface="+mn-ea"/>
                <a:cs typeface="+mn-cs"/>
              </a:defRPr>
            </a:lvl1pPr>
            <a:lvl2pPr marL="203597" indent="-203597" algn="l" defTabSz="685800" rtl="0" eaLnBrk="1" latinLnBrk="0" hangingPunct="1">
              <a:lnSpc>
                <a:spcPct val="100000"/>
              </a:lnSpc>
              <a:spcBef>
                <a:spcPts val="1000"/>
              </a:spcBef>
              <a:buClr>
                <a:schemeClr val="tx2"/>
              </a:buClr>
              <a:buFont typeface="Arial" panose="020B0604020202020204" pitchFamily="34" charset="0"/>
              <a:buChar char="•"/>
              <a:tabLst/>
              <a:defRPr sz="1600" kern="1200">
                <a:solidFill>
                  <a:schemeClr val="tx2"/>
                </a:solidFill>
                <a:latin typeface="+mn-lt"/>
                <a:ea typeface="+mn-ea"/>
                <a:cs typeface="+mn-cs"/>
              </a:defRPr>
            </a:lvl2pPr>
            <a:lvl3pPr marL="429816" indent="-215504" algn="l" defTabSz="685800" rtl="0" eaLnBrk="1" latinLnBrk="0" hangingPunct="1">
              <a:lnSpc>
                <a:spcPct val="100000"/>
              </a:lnSpc>
              <a:spcBef>
                <a:spcPts val="1000"/>
              </a:spcBef>
              <a:buClr>
                <a:schemeClr val="tx2"/>
              </a:buClr>
              <a:buFont typeface="Courier New" panose="02070309020205020404" pitchFamily="49" charset="0"/>
              <a:buChar char="o"/>
              <a:tabLst/>
              <a:defRPr sz="1400" kern="1200">
                <a:solidFill>
                  <a:schemeClr val="tx2"/>
                </a:solidFill>
                <a:latin typeface="+mn-lt"/>
                <a:ea typeface="+mn-ea"/>
                <a:cs typeface="+mn-cs"/>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tx2"/>
                </a:solidFill>
                <a:latin typeface="+mn-lt"/>
                <a:ea typeface="+mn-ea"/>
                <a:cs typeface="+mn-cs"/>
              </a:defRPr>
            </a:lvl4pPr>
            <a:lvl5pPr marL="860822" indent="-220266" algn="l" defTabSz="685800" rtl="0" eaLnBrk="1" latinLnBrk="0" hangingPunct="1">
              <a:lnSpc>
                <a:spcPct val="100000"/>
              </a:lnSpc>
              <a:spcBef>
                <a:spcPts val="1000"/>
              </a:spcBef>
              <a:buClr>
                <a:schemeClr val="tx2"/>
              </a:buClr>
              <a:buFont typeface="Arial" panose="020B0604020202020204" pitchFamily="34" charset="0"/>
              <a:buChar char="•"/>
              <a:tabLst/>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182880" algn="r">
              <a:spcAft>
                <a:spcPts val="1200"/>
              </a:spcAft>
            </a:pPr>
            <a:r>
              <a:rPr lang="en-US" b="1" dirty="0">
                <a:latin typeface="Times New Roman" panose="02020603050405020304" pitchFamily="18" charset="0"/>
                <a:cs typeface="Times New Roman" panose="02020603050405020304" pitchFamily="18" charset="0"/>
              </a:rPr>
              <a:t>Designing/Utilizing Custom MCP</a:t>
            </a:r>
          </a:p>
        </p:txBody>
      </p:sp>
      <p:sp>
        <p:nvSpPr>
          <p:cNvPr id="28" name="Text Placeholder 2">
            <a:extLst>
              <a:ext uri="{FF2B5EF4-FFF2-40B4-BE49-F238E27FC236}">
                <a16:creationId xmlns:a16="http://schemas.microsoft.com/office/drawing/2014/main" id="{D47562D4-06ED-3913-D26D-08C96909FE62}"/>
              </a:ext>
            </a:extLst>
          </p:cNvPr>
          <p:cNvSpPr txBox="1">
            <a:spLocks/>
          </p:cNvSpPr>
          <p:nvPr/>
        </p:nvSpPr>
        <p:spPr>
          <a:xfrm>
            <a:off x="5624186" y="4997082"/>
            <a:ext cx="5075732" cy="944880"/>
          </a:xfrm>
          <a:prstGeom prst="roundRect">
            <a:avLst>
              <a:gd name="adj" fmla="val 50000"/>
            </a:avLst>
          </a:prstGeom>
          <a:solidFill>
            <a:schemeClr val="bg1"/>
          </a:solidFill>
          <a:ln>
            <a:solidFill>
              <a:schemeClr val="accent3"/>
            </a:solidFill>
          </a:ln>
          <a:effectLst/>
        </p:spPr>
        <p:txBody>
          <a:bodyPr vert="horz" lIns="0" tIns="0" rIns="0" bIns="0" rtlCol="0" anchor="ctr">
            <a:noAutofit/>
          </a:bodyPr>
          <a:lstStyle>
            <a:lvl1pPr marL="0" indent="0" algn="l" defTabSz="685800" rtl="0" eaLnBrk="1" latinLnBrk="0" hangingPunct="1">
              <a:lnSpc>
                <a:spcPct val="100000"/>
              </a:lnSpc>
              <a:spcBef>
                <a:spcPts val="1000"/>
              </a:spcBef>
              <a:buFont typeface="Arial"/>
              <a:buNone/>
              <a:defRPr sz="1800" b="0" i="0" kern="1200" cap="none" baseline="0">
                <a:solidFill>
                  <a:schemeClr val="tx1"/>
                </a:solidFill>
                <a:latin typeface="+mn-lt"/>
                <a:ea typeface="+mn-ea"/>
                <a:cs typeface="+mn-cs"/>
              </a:defRPr>
            </a:lvl1pPr>
            <a:lvl2pPr marL="203597" indent="-203597" algn="l" defTabSz="685800" rtl="0" eaLnBrk="1" latinLnBrk="0" hangingPunct="1">
              <a:lnSpc>
                <a:spcPct val="100000"/>
              </a:lnSpc>
              <a:spcBef>
                <a:spcPts val="1000"/>
              </a:spcBef>
              <a:buClr>
                <a:schemeClr val="tx2"/>
              </a:buClr>
              <a:buFont typeface="Arial" panose="020B0604020202020204" pitchFamily="34" charset="0"/>
              <a:buChar char="•"/>
              <a:tabLst/>
              <a:defRPr sz="1600" kern="1200">
                <a:solidFill>
                  <a:schemeClr val="tx2"/>
                </a:solidFill>
                <a:latin typeface="+mn-lt"/>
                <a:ea typeface="+mn-ea"/>
                <a:cs typeface="+mn-cs"/>
              </a:defRPr>
            </a:lvl2pPr>
            <a:lvl3pPr marL="429816" indent="-215504" algn="l" defTabSz="685800" rtl="0" eaLnBrk="1" latinLnBrk="0" hangingPunct="1">
              <a:lnSpc>
                <a:spcPct val="100000"/>
              </a:lnSpc>
              <a:spcBef>
                <a:spcPts val="1000"/>
              </a:spcBef>
              <a:buClr>
                <a:schemeClr val="tx2"/>
              </a:buClr>
              <a:buFont typeface="Courier New" panose="02070309020205020404" pitchFamily="49" charset="0"/>
              <a:buChar char="o"/>
              <a:tabLst/>
              <a:defRPr sz="1400" kern="1200">
                <a:solidFill>
                  <a:schemeClr val="tx2"/>
                </a:solidFill>
                <a:latin typeface="+mn-lt"/>
                <a:ea typeface="+mn-ea"/>
                <a:cs typeface="+mn-cs"/>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tx2"/>
                </a:solidFill>
                <a:latin typeface="+mn-lt"/>
                <a:ea typeface="+mn-ea"/>
                <a:cs typeface="+mn-cs"/>
              </a:defRPr>
            </a:lvl4pPr>
            <a:lvl5pPr marL="860822" indent="-220266" algn="l" defTabSz="685800" rtl="0" eaLnBrk="1" latinLnBrk="0" hangingPunct="1">
              <a:lnSpc>
                <a:spcPct val="100000"/>
              </a:lnSpc>
              <a:spcBef>
                <a:spcPts val="1000"/>
              </a:spcBef>
              <a:buClr>
                <a:schemeClr val="tx2"/>
              </a:buClr>
              <a:buFont typeface="Arial" panose="020B0604020202020204" pitchFamily="34" charset="0"/>
              <a:buChar char="•"/>
              <a:tabLst/>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182880" algn="r">
              <a:spcAft>
                <a:spcPts val="1200"/>
              </a:spcAft>
            </a:pPr>
            <a:r>
              <a:rPr lang="en-US" b="1" dirty="0">
                <a:latin typeface="Times New Roman" panose="02020603050405020304" pitchFamily="18" charset="0"/>
                <a:cs typeface="Times New Roman" panose="02020603050405020304" pitchFamily="18" charset="0"/>
              </a:rPr>
              <a:t>Sample SDLC AI Driven Workflows</a:t>
            </a:r>
          </a:p>
        </p:txBody>
      </p:sp>
      <p:sp>
        <p:nvSpPr>
          <p:cNvPr id="2" name="TextBox 1">
            <a:extLst>
              <a:ext uri="{FF2B5EF4-FFF2-40B4-BE49-F238E27FC236}">
                <a16:creationId xmlns:a16="http://schemas.microsoft.com/office/drawing/2014/main" id="{7975E837-8DF8-2816-C6FF-2B75C39D37F4}"/>
              </a:ext>
            </a:extLst>
          </p:cNvPr>
          <p:cNvSpPr txBox="1"/>
          <p:nvPr/>
        </p:nvSpPr>
        <p:spPr>
          <a:xfrm>
            <a:off x="11166295" y="1667052"/>
            <a:ext cx="555937" cy="646331"/>
          </a:xfrm>
          <a:prstGeom prst="rect">
            <a:avLst/>
          </a:prstGeom>
          <a:noFill/>
        </p:spPr>
        <p:txBody>
          <a:bodyPr wrap="square" rtlCol="0">
            <a:spAutoFit/>
          </a:bodyPr>
          <a:lstStyle/>
          <a:p>
            <a:r>
              <a:rPr lang="en-US" sz="3600" b="1" dirty="0">
                <a:solidFill>
                  <a:schemeClr val="accent1"/>
                </a:solidFill>
                <a:latin typeface="Verdana" panose="020B0604030504040204" pitchFamily="34" charset="0"/>
                <a:ea typeface="Verdana" panose="020B0604030504040204" pitchFamily="34" charset="0"/>
                <a:cs typeface="Verdana" panose="020B0604030504040204" pitchFamily="34" charset="0"/>
              </a:rPr>
              <a:t>1</a:t>
            </a:r>
            <a:endParaRPr lang="en-US" sz="4000" b="1"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sp>
        <p:nvSpPr>
          <p:cNvPr id="10" name="TextBox 9">
            <a:extLst>
              <a:ext uri="{FF2B5EF4-FFF2-40B4-BE49-F238E27FC236}">
                <a16:creationId xmlns:a16="http://schemas.microsoft.com/office/drawing/2014/main" id="{B633A9DB-D940-11F8-D8B7-0BC5CA261464}"/>
              </a:ext>
            </a:extLst>
          </p:cNvPr>
          <p:cNvSpPr txBox="1"/>
          <p:nvPr/>
        </p:nvSpPr>
        <p:spPr>
          <a:xfrm>
            <a:off x="11166294" y="2743112"/>
            <a:ext cx="555937" cy="646331"/>
          </a:xfrm>
          <a:prstGeom prst="rect">
            <a:avLst/>
          </a:prstGeom>
          <a:noFill/>
        </p:spPr>
        <p:txBody>
          <a:bodyPr wrap="square" rtlCol="0">
            <a:spAutoFit/>
          </a:bodyPr>
          <a:lstStyle/>
          <a:p>
            <a:r>
              <a:rPr lang="en-US" sz="3600" b="1" dirty="0">
                <a:solidFill>
                  <a:schemeClr val="accent1"/>
                </a:solidFill>
                <a:latin typeface="Verdana" panose="020B0604030504040204" pitchFamily="34" charset="0"/>
                <a:ea typeface="Verdana" panose="020B0604030504040204" pitchFamily="34" charset="0"/>
                <a:cs typeface="Verdana" panose="020B0604030504040204" pitchFamily="34" charset="0"/>
              </a:rPr>
              <a:t>2</a:t>
            </a:r>
            <a:endParaRPr lang="en-US" sz="4000" b="1"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sp>
        <p:nvSpPr>
          <p:cNvPr id="12" name="TextBox 11">
            <a:extLst>
              <a:ext uri="{FF2B5EF4-FFF2-40B4-BE49-F238E27FC236}">
                <a16:creationId xmlns:a16="http://schemas.microsoft.com/office/drawing/2014/main" id="{779B00DE-6E0B-69AF-35CA-EE25AC40D170}"/>
              </a:ext>
            </a:extLst>
          </p:cNvPr>
          <p:cNvSpPr txBox="1"/>
          <p:nvPr/>
        </p:nvSpPr>
        <p:spPr>
          <a:xfrm>
            <a:off x="11166294" y="3970894"/>
            <a:ext cx="555937" cy="646331"/>
          </a:xfrm>
          <a:prstGeom prst="rect">
            <a:avLst/>
          </a:prstGeom>
          <a:noFill/>
        </p:spPr>
        <p:txBody>
          <a:bodyPr wrap="square" rtlCol="0">
            <a:spAutoFit/>
          </a:bodyPr>
          <a:lstStyle/>
          <a:p>
            <a:r>
              <a:rPr lang="en-US" sz="3600" b="1" dirty="0">
                <a:solidFill>
                  <a:schemeClr val="accent1"/>
                </a:solidFill>
                <a:latin typeface="Verdana" panose="020B0604030504040204" pitchFamily="34" charset="0"/>
                <a:ea typeface="Verdana" panose="020B0604030504040204" pitchFamily="34" charset="0"/>
                <a:cs typeface="Verdana" panose="020B0604030504040204" pitchFamily="34" charset="0"/>
              </a:rPr>
              <a:t>3</a:t>
            </a:r>
            <a:endParaRPr lang="en-US" sz="4000" b="1"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TextBox 12">
            <a:extLst>
              <a:ext uri="{FF2B5EF4-FFF2-40B4-BE49-F238E27FC236}">
                <a16:creationId xmlns:a16="http://schemas.microsoft.com/office/drawing/2014/main" id="{6E771D3E-76FB-5760-7601-098ABBEAC127}"/>
              </a:ext>
            </a:extLst>
          </p:cNvPr>
          <p:cNvSpPr txBox="1"/>
          <p:nvPr/>
        </p:nvSpPr>
        <p:spPr>
          <a:xfrm>
            <a:off x="11155329" y="5092113"/>
            <a:ext cx="555937" cy="646331"/>
          </a:xfrm>
          <a:prstGeom prst="rect">
            <a:avLst/>
          </a:prstGeom>
          <a:noFill/>
        </p:spPr>
        <p:txBody>
          <a:bodyPr wrap="square" rtlCol="0">
            <a:spAutoFit/>
          </a:bodyPr>
          <a:lstStyle/>
          <a:p>
            <a:r>
              <a:rPr lang="en-US" sz="3600" b="1" dirty="0">
                <a:solidFill>
                  <a:schemeClr val="accent1"/>
                </a:solidFill>
                <a:latin typeface="Verdana" panose="020B0604030504040204" pitchFamily="34" charset="0"/>
                <a:ea typeface="Verdana" panose="020B0604030504040204" pitchFamily="34" charset="0"/>
                <a:cs typeface="Verdana" panose="020B0604030504040204" pitchFamily="34" charset="0"/>
              </a:rPr>
              <a:t>4</a:t>
            </a:r>
            <a:endParaRPr lang="en-US" sz="4000" b="1" dirty="0">
              <a:solidFill>
                <a:schemeClr val="accent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676600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1DD82A31-9996-BE78-ABFF-477F6302D864}"/>
              </a:ext>
            </a:extLst>
          </p:cNvPr>
          <p:cNvCxnSpPr/>
          <p:nvPr/>
        </p:nvCxnSpPr>
        <p:spPr>
          <a:xfrm>
            <a:off x="609383" y="3928644"/>
            <a:ext cx="668311"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825836D-B19B-E61E-B2C1-08EB3BEEE242}"/>
              </a:ext>
            </a:extLst>
          </p:cNvPr>
          <p:cNvSpPr txBox="1"/>
          <p:nvPr/>
        </p:nvSpPr>
        <p:spPr>
          <a:xfrm>
            <a:off x="511982" y="2461852"/>
            <a:ext cx="4367025" cy="1200329"/>
          </a:xfrm>
          <a:prstGeom prst="rect">
            <a:avLst/>
          </a:prstGeom>
          <a:noFill/>
        </p:spPr>
        <p:txBody>
          <a:bodyPr wrap="square" rtlCol="0">
            <a:spAutoFit/>
          </a:bodyPr>
          <a:lstStyle/>
          <a:p>
            <a:pPr marL="182880" algn="r">
              <a:spcAft>
                <a:spcPts val="1200"/>
              </a:spcAft>
            </a:pPr>
            <a:r>
              <a:rPr lang="en-US" sz="3600" b="1" dirty="0">
                <a:solidFill>
                  <a:schemeClr val="bg1"/>
                </a:solidFill>
                <a:latin typeface="Times New Roman" panose="02020603050405020304" pitchFamily="18" charset="0"/>
                <a:cs typeface="Times New Roman" panose="02020603050405020304" pitchFamily="18" charset="0"/>
              </a:rPr>
              <a:t>Setting up Context for AI Architecture</a:t>
            </a:r>
          </a:p>
        </p:txBody>
      </p:sp>
      <p:sp>
        <p:nvSpPr>
          <p:cNvPr id="3" name="Date Placeholder 2">
            <a:extLst>
              <a:ext uri="{FF2B5EF4-FFF2-40B4-BE49-F238E27FC236}">
                <a16:creationId xmlns:a16="http://schemas.microsoft.com/office/drawing/2014/main" id="{303D8D53-D986-93D3-A9A8-0F3B6BA257AB}"/>
              </a:ext>
            </a:extLst>
          </p:cNvPr>
          <p:cNvSpPr>
            <a:spLocks noGrp="1"/>
          </p:cNvSpPr>
          <p:nvPr>
            <p:ph type="dt" sz="half" idx="10"/>
          </p:nvPr>
        </p:nvSpPr>
        <p:spPr/>
        <p:txBody>
          <a:bodyPr/>
          <a:lstStyle/>
          <a:p>
            <a:fld id="{CE6FA55F-D110-D248-8991-76921AF021F3}" type="datetime4">
              <a:rPr lang="en-US" smtClean="0"/>
              <a:t>August 8, 2026</a:t>
            </a:fld>
            <a:endParaRPr lang="en-US" dirty="0"/>
          </a:p>
        </p:txBody>
      </p:sp>
    </p:spTree>
    <p:extLst>
      <p:ext uri="{BB962C8B-B14F-4D97-AF65-F5344CB8AC3E}">
        <p14:creationId xmlns:p14="http://schemas.microsoft.com/office/powerpoint/2010/main" val="2193119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D1F33-1367-5671-082A-561B3687AAF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6F6628B-2784-7FE5-1829-D51005F04138}"/>
              </a:ext>
            </a:extLst>
          </p:cNvPr>
          <p:cNvSpPr>
            <a:spLocks noGrp="1"/>
          </p:cNvSpPr>
          <p:nvPr>
            <p:ph type="dt" sz="half" idx="2"/>
          </p:nvPr>
        </p:nvSpPr>
        <p:spPr/>
        <p:txBody>
          <a:bodyPr/>
          <a:lstStyle/>
          <a:p>
            <a:fld id="{71E57005-72B1-834C-A09B-D156F456ED0B}" type="datetime4">
              <a:rPr lang="en-US" smtClean="0"/>
              <a:t>August 8, 2026</a:t>
            </a:fld>
            <a:endParaRPr lang="en-US" dirty="0"/>
          </a:p>
        </p:txBody>
      </p:sp>
      <p:sp>
        <p:nvSpPr>
          <p:cNvPr id="5" name="Slide Number Placeholder 4">
            <a:extLst>
              <a:ext uri="{FF2B5EF4-FFF2-40B4-BE49-F238E27FC236}">
                <a16:creationId xmlns:a16="http://schemas.microsoft.com/office/drawing/2014/main" id="{052967EC-BCF3-8AD6-65D3-C8C22B3B93D2}"/>
              </a:ext>
            </a:extLst>
          </p:cNvPr>
          <p:cNvSpPr>
            <a:spLocks noGrp="1"/>
          </p:cNvSpPr>
          <p:nvPr>
            <p:ph type="sldNum" sz="quarter" idx="4"/>
          </p:nvPr>
        </p:nvSpPr>
        <p:spPr>
          <a:prstGeom prst="rect">
            <a:avLst/>
          </a:prstGeom>
        </p:spPr>
        <p:txBody>
          <a:bodyPr/>
          <a:lstStyle/>
          <a:p>
            <a:pPr marL="94615">
              <a:lnSpc>
                <a:spcPct val="100000"/>
              </a:lnSpc>
              <a:spcBef>
                <a:spcPts val="100"/>
              </a:spcBef>
            </a:pPr>
            <a:fld id="{81D60167-4931-47E6-BA6A-407CBD079E47}" type="slidenum">
              <a:rPr lang="en-US" spc="-50" smtClean="0">
                <a:solidFill>
                  <a:schemeClr val="bg1"/>
                </a:solidFill>
              </a:rPr>
              <a:t>4</a:t>
            </a:fld>
            <a:endParaRPr lang="en-US" spc="-50" dirty="0">
              <a:solidFill>
                <a:schemeClr val="bg1"/>
              </a:solidFill>
            </a:endParaRPr>
          </a:p>
        </p:txBody>
      </p:sp>
      <p:sp>
        <p:nvSpPr>
          <p:cNvPr id="2" name="Title 1">
            <a:extLst>
              <a:ext uri="{FF2B5EF4-FFF2-40B4-BE49-F238E27FC236}">
                <a16:creationId xmlns:a16="http://schemas.microsoft.com/office/drawing/2014/main" id="{3B1999E6-F0CE-83BA-CD16-E9700BFB4DA1}"/>
              </a:ext>
            </a:extLst>
          </p:cNvPr>
          <p:cNvSpPr>
            <a:spLocks noGrp="1"/>
          </p:cNvSpPr>
          <p:nvPr>
            <p:ph type="title" idx="4294967295"/>
          </p:nvPr>
        </p:nvSpPr>
        <p:spPr>
          <a:xfrm>
            <a:off x="635406" y="595313"/>
            <a:ext cx="5065713" cy="995362"/>
          </a:xfrm>
        </p:spPr>
        <p:txBody>
          <a:bodyPr/>
          <a:lstStyle/>
          <a:p>
            <a:r>
              <a:rPr lang="en-US" sz="3200" b="1" dirty="0">
                <a:solidFill>
                  <a:schemeClr val="accent1"/>
                </a:solidFill>
              </a:rPr>
              <a:t>Key Points to Remember</a:t>
            </a:r>
          </a:p>
        </p:txBody>
      </p:sp>
      <p:sp>
        <p:nvSpPr>
          <p:cNvPr id="3" name="Text Placeholder 2">
            <a:extLst>
              <a:ext uri="{FF2B5EF4-FFF2-40B4-BE49-F238E27FC236}">
                <a16:creationId xmlns:a16="http://schemas.microsoft.com/office/drawing/2014/main" id="{61193BAB-9707-62B9-8D7D-82ED73DDB82C}"/>
              </a:ext>
            </a:extLst>
          </p:cNvPr>
          <p:cNvSpPr>
            <a:spLocks noGrp="1"/>
          </p:cNvSpPr>
          <p:nvPr>
            <p:ph type="body" idx="4294967295"/>
          </p:nvPr>
        </p:nvSpPr>
        <p:spPr>
          <a:xfrm>
            <a:off x="635406" y="2062163"/>
            <a:ext cx="5253330" cy="3314509"/>
          </a:xfrm>
        </p:spPr>
        <p:txBody>
          <a:bodyPr/>
          <a:lstStyle/>
          <a:p>
            <a:pPr marL="228600" indent="-228600">
              <a:lnSpc>
                <a:spcPct val="150000"/>
              </a:lnSpc>
              <a:buAutoNum type="arabicPeriod"/>
            </a:pPr>
            <a:r>
              <a:rPr lang="en-US" sz="1400" dirty="0"/>
              <a:t>Design the Context Engineering around LLM Architecture and capability tier, not around a single model.</a:t>
            </a:r>
          </a:p>
          <a:p>
            <a:pPr marL="228600" indent="-228600">
              <a:lnSpc>
                <a:spcPct val="150000"/>
              </a:lnSpc>
              <a:buAutoNum type="arabicPeriod"/>
            </a:pPr>
            <a:r>
              <a:rPr lang="en-US" sz="1400" dirty="0"/>
              <a:t>Setup a Base Dictionary </a:t>
            </a:r>
            <a:r>
              <a:rPr lang="en-US" sz="1400" dirty="0" err="1"/>
              <a:t>knowledge.json</a:t>
            </a:r>
            <a:r>
              <a:rPr lang="en-US" sz="1400" dirty="0"/>
              <a:t> file which acts as an index for repository.</a:t>
            </a:r>
          </a:p>
          <a:p>
            <a:pPr marL="228600" indent="-228600">
              <a:lnSpc>
                <a:spcPct val="150000"/>
              </a:lnSpc>
              <a:buAutoNum type="arabicPeriod"/>
            </a:pPr>
            <a:r>
              <a:rPr lang="en-US" sz="1400" dirty="0"/>
              <a:t>Test the Context Engineered Platform both by using Positive and Negative Scenarios, Expected Result should be consistent business outcomes.</a:t>
            </a:r>
          </a:p>
          <a:p>
            <a:pPr marL="228600" indent="-228600">
              <a:lnSpc>
                <a:spcPct val="150000"/>
              </a:lnSpc>
              <a:buAutoNum type="arabicPeriod"/>
            </a:pPr>
            <a:r>
              <a:rPr lang="en-US" sz="1400" dirty="0"/>
              <a:t>Context Engineering helps in grounding the AI to respond based on inhouse context which forms the core for Accurate Agentic Workflows</a:t>
            </a:r>
          </a:p>
          <a:p>
            <a:pPr marL="228600" indent="-228600">
              <a:lnSpc>
                <a:spcPct val="150000"/>
              </a:lnSpc>
              <a:buAutoNum type="arabicPeriod"/>
            </a:pPr>
            <a:endParaRPr lang="en-US" sz="1400" dirty="0"/>
          </a:p>
        </p:txBody>
      </p:sp>
    </p:spTree>
    <p:extLst>
      <p:ext uri="{BB962C8B-B14F-4D97-AF65-F5344CB8AC3E}">
        <p14:creationId xmlns:p14="http://schemas.microsoft.com/office/powerpoint/2010/main" val="2076101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B2163-282D-233D-D30A-452274B76512}"/>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C578578B-9D48-7C08-52E2-4EE5F387DFC4}"/>
              </a:ext>
            </a:extLst>
          </p:cNvPr>
          <p:cNvCxnSpPr/>
          <p:nvPr/>
        </p:nvCxnSpPr>
        <p:spPr>
          <a:xfrm>
            <a:off x="609383" y="3928644"/>
            <a:ext cx="668311"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CBBCB8D-5CBD-3886-0BC1-32359EFD143C}"/>
              </a:ext>
            </a:extLst>
          </p:cNvPr>
          <p:cNvSpPr txBox="1"/>
          <p:nvPr/>
        </p:nvSpPr>
        <p:spPr>
          <a:xfrm>
            <a:off x="511982" y="2461852"/>
            <a:ext cx="4367025" cy="1200329"/>
          </a:xfrm>
          <a:prstGeom prst="rect">
            <a:avLst/>
          </a:prstGeom>
          <a:noFill/>
        </p:spPr>
        <p:txBody>
          <a:bodyPr wrap="square" rtlCol="0">
            <a:spAutoFit/>
          </a:bodyPr>
          <a:lstStyle/>
          <a:p>
            <a:pPr marL="182880" algn="r">
              <a:spcAft>
                <a:spcPts val="1200"/>
              </a:spcAft>
            </a:pPr>
            <a:r>
              <a:rPr lang="en-US" sz="3600" dirty="0">
                <a:solidFill>
                  <a:schemeClr val="bg1"/>
                </a:solidFill>
              </a:rPr>
              <a:t>Setting up Router agent</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FE55A8CD-3F60-5BBF-7A00-0FDBDB9083E0}"/>
              </a:ext>
            </a:extLst>
          </p:cNvPr>
          <p:cNvSpPr>
            <a:spLocks noGrp="1"/>
          </p:cNvSpPr>
          <p:nvPr>
            <p:ph type="dt" sz="half" idx="10"/>
          </p:nvPr>
        </p:nvSpPr>
        <p:spPr/>
        <p:txBody>
          <a:bodyPr/>
          <a:lstStyle/>
          <a:p>
            <a:fld id="{CE6FA55F-D110-D248-8991-76921AF021F3}" type="datetime4">
              <a:rPr lang="en-US" smtClean="0"/>
              <a:t>August 8, 2026</a:t>
            </a:fld>
            <a:endParaRPr lang="en-US" dirty="0"/>
          </a:p>
        </p:txBody>
      </p:sp>
    </p:spTree>
    <p:extLst>
      <p:ext uri="{BB962C8B-B14F-4D97-AF65-F5344CB8AC3E}">
        <p14:creationId xmlns:p14="http://schemas.microsoft.com/office/powerpoint/2010/main" val="3857916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DA85-506D-4534-7AF5-44140BA9065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D9C1572-CDCB-0D5C-1A26-08E422A59CFE}"/>
              </a:ext>
            </a:extLst>
          </p:cNvPr>
          <p:cNvSpPr>
            <a:spLocks noGrp="1"/>
          </p:cNvSpPr>
          <p:nvPr>
            <p:ph type="dt" sz="half" idx="2"/>
          </p:nvPr>
        </p:nvSpPr>
        <p:spPr/>
        <p:txBody>
          <a:bodyPr/>
          <a:lstStyle/>
          <a:p>
            <a:fld id="{71E57005-72B1-834C-A09B-D156F456ED0B}" type="datetime4">
              <a:rPr lang="en-US" smtClean="0"/>
              <a:t>August 8, 2026</a:t>
            </a:fld>
            <a:endParaRPr lang="en-US" dirty="0"/>
          </a:p>
        </p:txBody>
      </p:sp>
      <p:sp>
        <p:nvSpPr>
          <p:cNvPr id="5" name="Slide Number Placeholder 4">
            <a:extLst>
              <a:ext uri="{FF2B5EF4-FFF2-40B4-BE49-F238E27FC236}">
                <a16:creationId xmlns:a16="http://schemas.microsoft.com/office/drawing/2014/main" id="{970F2830-FDE9-B9D4-FFF8-29FAE8E04936}"/>
              </a:ext>
            </a:extLst>
          </p:cNvPr>
          <p:cNvSpPr>
            <a:spLocks noGrp="1"/>
          </p:cNvSpPr>
          <p:nvPr>
            <p:ph type="sldNum" sz="quarter" idx="4"/>
          </p:nvPr>
        </p:nvSpPr>
        <p:spPr>
          <a:prstGeom prst="rect">
            <a:avLst/>
          </a:prstGeom>
        </p:spPr>
        <p:txBody>
          <a:bodyPr/>
          <a:lstStyle/>
          <a:p>
            <a:pPr marL="94615">
              <a:lnSpc>
                <a:spcPct val="100000"/>
              </a:lnSpc>
              <a:spcBef>
                <a:spcPts val="100"/>
              </a:spcBef>
            </a:pPr>
            <a:fld id="{81D60167-4931-47E6-BA6A-407CBD079E47}" type="slidenum">
              <a:rPr lang="en-US" spc="-50" smtClean="0">
                <a:solidFill>
                  <a:schemeClr val="bg1"/>
                </a:solidFill>
              </a:rPr>
              <a:t>6</a:t>
            </a:fld>
            <a:endParaRPr lang="en-US" spc="-50" dirty="0">
              <a:solidFill>
                <a:schemeClr val="bg1"/>
              </a:solidFill>
            </a:endParaRPr>
          </a:p>
        </p:txBody>
      </p:sp>
      <p:sp>
        <p:nvSpPr>
          <p:cNvPr id="2" name="Title 1">
            <a:extLst>
              <a:ext uri="{FF2B5EF4-FFF2-40B4-BE49-F238E27FC236}">
                <a16:creationId xmlns:a16="http://schemas.microsoft.com/office/drawing/2014/main" id="{51F2D812-A14A-45D1-CABD-DEFD734C63A3}"/>
              </a:ext>
            </a:extLst>
          </p:cNvPr>
          <p:cNvSpPr>
            <a:spLocks noGrp="1"/>
          </p:cNvSpPr>
          <p:nvPr>
            <p:ph type="title" idx="4294967295"/>
          </p:nvPr>
        </p:nvSpPr>
        <p:spPr>
          <a:xfrm>
            <a:off x="635406" y="595313"/>
            <a:ext cx="5065713" cy="995362"/>
          </a:xfrm>
        </p:spPr>
        <p:txBody>
          <a:bodyPr/>
          <a:lstStyle/>
          <a:p>
            <a:r>
              <a:rPr lang="en-US" sz="3200" b="1" dirty="0">
                <a:solidFill>
                  <a:schemeClr val="accent1"/>
                </a:solidFill>
              </a:rPr>
              <a:t>Key Points to Remember</a:t>
            </a:r>
          </a:p>
        </p:txBody>
      </p:sp>
      <p:sp>
        <p:nvSpPr>
          <p:cNvPr id="3" name="Text Placeholder 2">
            <a:extLst>
              <a:ext uri="{FF2B5EF4-FFF2-40B4-BE49-F238E27FC236}">
                <a16:creationId xmlns:a16="http://schemas.microsoft.com/office/drawing/2014/main" id="{B0D17E4C-FE6A-9522-5B4A-BD5385E718D6}"/>
              </a:ext>
            </a:extLst>
          </p:cNvPr>
          <p:cNvSpPr>
            <a:spLocks noGrp="1"/>
          </p:cNvSpPr>
          <p:nvPr>
            <p:ph type="body" idx="4294967295"/>
          </p:nvPr>
        </p:nvSpPr>
        <p:spPr>
          <a:xfrm>
            <a:off x="635406" y="2062163"/>
            <a:ext cx="5253330" cy="3314509"/>
          </a:xfrm>
        </p:spPr>
        <p:txBody>
          <a:bodyPr/>
          <a:lstStyle/>
          <a:p>
            <a:pPr marL="228600" indent="-228600">
              <a:lnSpc>
                <a:spcPct val="150000"/>
              </a:lnSpc>
              <a:buAutoNum type="arabicPeriod"/>
            </a:pPr>
            <a:r>
              <a:rPr lang="en-US" sz="1400" dirty="0"/>
              <a:t>Router Agent is a central agent which acts as a medium between user and multiple child agents.</a:t>
            </a:r>
          </a:p>
          <a:p>
            <a:pPr marL="228600" indent="-228600">
              <a:lnSpc>
                <a:spcPct val="150000"/>
              </a:lnSpc>
              <a:buAutoNum type="arabicPeriod"/>
            </a:pPr>
            <a:r>
              <a:rPr lang="en-US" sz="1400" dirty="0"/>
              <a:t>Design Router agent with code base prompt design to call sub agent based on user’s input</a:t>
            </a:r>
          </a:p>
          <a:p>
            <a:pPr marL="228600" indent="-228600">
              <a:lnSpc>
                <a:spcPct val="150000"/>
              </a:lnSpc>
              <a:buAutoNum type="arabicPeriod"/>
            </a:pPr>
            <a:r>
              <a:rPr lang="en-US" sz="1400" dirty="0"/>
              <a:t>Router agent is important step in agentic workflow as it enables controlled routing and governance layer before invoking LLMs.</a:t>
            </a:r>
          </a:p>
          <a:p>
            <a:pPr marL="228600" indent="-228600">
              <a:lnSpc>
                <a:spcPct val="150000"/>
              </a:lnSpc>
              <a:buAutoNum type="arabicPeriod"/>
            </a:pPr>
            <a:r>
              <a:rPr lang="en-US" sz="1400" dirty="0"/>
              <a:t>Routing agent is important component to improve accuracy and reduce cost for Agentic Workflows</a:t>
            </a:r>
          </a:p>
        </p:txBody>
      </p:sp>
    </p:spTree>
    <p:extLst>
      <p:ext uri="{BB962C8B-B14F-4D97-AF65-F5344CB8AC3E}">
        <p14:creationId xmlns:p14="http://schemas.microsoft.com/office/powerpoint/2010/main" val="3091464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6F019-A472-4F85-F4C0-CC1DCB56B214}"/>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A760EBC0-3FAF-D492-909F-D68BB10F1691}"/>
              </a:ext>
            </a:extLst>
          </p:cNvPr>
          <p:cNvCxnSpPr/>
          <p:nvPr/>
        </p:nvCxnSpPr>
        <p:spPr>
          <a:xfrm>
            <a:off x="609383" y="3928644"/>
            <a:ext cx="668311"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85C13024-34F3-7F1D-0F5D-447544537C86}"/>
              </a:ext>
            </a:extLst>
          </p:cNvPr>
          <p:cNvSpPr txBox="1"/>
          <p:nvPr/>
        </p:nvSpPr>
        <p:spPr>
          <a:xfrm>
            <a:off x="511982" y="2461852"/>
            <a:ext cx="4367025" cy="1200329"/>
          </a:xfrm>
          <a:prstGeom prst="rect">
            <a:avLst/>
          </a:prstGeom>
          <a:noFill/>
        </p:spPr>
        <p:txBody>
          <a:bodyPr wrap="square" rtlCol="0">
            <a:spAutoFit/>
          </a:bodyPr>
          <a:lstStyle/>
          <a:p>
            <a:pPr marL="182880" algn="r">
              <a:spcAft>
                <a:spcPts val="1200"/>
              </a:spcAft>
            </a:pPr>
            <a:r>
              <a:rPr lang="en-US" sz="3600" dirty="0">
                <a:solidFill>
                  <a:schemeClr val="bg1"/>
                </a:solidFill>
              </a:rPr>
              <a:t>Designing Custom MCP</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E45EB06D-1CA5-94C8-8299-586F00DD2D46}"/>
              </a:ext>
            </a:extLst>
          </p:cNvPr>
          <p:cNvSpPr>
            <a:spLocks noGrp="1"/>
          </p:cNvSpPr>
          <p:nvPr>
            <p:ph type="dt" sz="half" idx="10"/>
          </p:nvPr>
        </p:nvSpPr>
        <p:spPr/>
        <p:txBody>
          <a:bodyPr/>
          <a:lstStyle/>
          <a:p>
            <a:fld id="{CE6FA55F-D110-D248-8991-76921AF021F3}" type="datetime4">
              <a:rPr lang="en-US" smtClean="0"/>
              <a:t>August 8, 2026</a:t>
            </a:fld>
            <a:endParaRPr lang="en-US" dirty="0"/>
          </a:p>
        </p:txBody>
      </p:sp>
    </p:spTree>
    <p:extLst>
      <p:ext uri="{BB962C8B-B14F-4D97-AF65-F5344CB8AC3E}">
        <p14:creationId xmlns:p14="http://schemas.microsoft.com/office/powerpoint/2010/main" val="386130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93E1F1-5C5E-C360-5EE1-1436E183F16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FF74959-5574-8732-6C90-DCFF1A72A8D2}"/>
              </a:ext>
            </a:extLst>
          </p:cNvPr>
          <p:cNvSpPr>
            <a:spLocks noGrp="1"/>
          </p:cNvSpPr>
          <p:nvPr>
            <p:ph type="dt" sz="half" idx="2"/>
          </p:nvPr>
        </p:nvSpPr>
        <p:spPr/>
        <p:txBody>
          <a:bodyPr/>
          <a:lstStyle/>
          <a:p>
            <a:fld id="{71E57005-72B1-834C-A09B-D156F456ED0B}" type="datetime4">
              <a:rPr lang="en-US" smtClean="0"/>
              <a:t>August 8, 2026</a:t>
            </a:fld>
            <a:endParaRPr lang="en-US" dirty="0"/>
          </a:p>
        </p:txBody>
      </p:sp>
      <p:sp>
        <p:nvSpPr>
          <p:cNvPr id="5" name="Slide Number Placeholder 4">
            <a:extLst>
              <a:ext uri="{FF2B5EF4-FFF2-40B4-BE49-F238E27FC236}">
                <a16:creationId xmlns:a16="http://schemas.microsoft.com/office/drawing/2014/main" id="{F5B80BDD-08EF-784A-D94B-5DD3BC3DBBC0}"/>
              </a:ext>
            </a:extLst>
          </p:cNvPr>
          <p:cNvSpPr>
            <a:spLocks noGrp="1"/>
          </p:cNvSpPr>
          <p:nvPr>
            <p:ph type="sldNum" sz="quarter" idx="4"/>
          </p:nvPr>
        </p:nvSpPr>
        <p:spPr>
          <a:prstGeom prst="rect">
            <a:avLst/>
          </a:prstGeom>
        </p:spPr>
        <p:txBody>
          <a:bodyPr/>
          <a:lstStyle/>
          <a:p>
            <a:pPr marL="94615">
              <a:lnSpc>
                <a:spcPct val="100000"/>
              </a:lnSpc>
              <a:spcBef>
                <a:spcPts val="100"/>
              </a:spcBef>
            </a:pPr>
            <a:fld id="{81D60167-4931-47E6-BA6A-407CBD079E47}" type="slidenum">
              <a:rPr lang="en-US" spc="-50" smtClean="0">
                <a:solidFill>
                  <a:schemeClr val="bg1"/>
                </a:solidFill>
              </a:rPr>
              <a:t>8</a:t>
            </a:fld>
            <a:endParaRPr lang="en-US" spc="-50" dirty="0">
              <a:solidFill>
                <a:schemeClr val="bg1"/>
              </a:solidFill>
            </a:endParaRPr>
          </a:p>
        </p:txBody>
      </p:sp>
      <p:sp>
        <p:nvSpPr>
          <p:cNvPr id="2" name="Title 1">
            <a:extLst>
              <a:ext uri="{FF2B5EF4-FFF2-40B4-BE49-F238E27FC236}">
                <a16:creationId xmlns:a16="http://schemas.microsoft.com/office/drawing/2014/main" id="{A01B8BEF-D177-4780-AA35-EED54A91F820}"/>
              </a:ext>
            </a:extLst>
          </p:cNvPr>
          <p:cNvSpPr>
            <a:spLocks noGrp="1"/>
          </p:cNvSpPr>
          <p:nvPr>
            <p:ph type="title" idx="4294967295"/>
          </p:nvPr>
        </p:nvSpPr>
        <p:spPr>
          <a:xfrm>
            <a:off x="635406" y="595313"/>
            <a:ext cx="5065713" cy="995362"/>
          </a:xfrm>
        </p:spPr>
        <p:txBody>
          <a:bodyPr/>
          <a:lstStyle/>
          <a:p>
            <a:r>
              <a:rPr lang="en-US" sz="3200" b="1" dirty="0">
                <a:solidFill>
                  <a:schemeClr val="accent1"/>
                </a:solidFill>
              </a:rPr>
              <a:t>Key Points to Remember</a:t>
            </a:r>
          </a:p>
        </p:txBody>
      </p:sp>
      <p:sp>
        <p:nvSpPr>
          <p:cNvPr id="3" name="Text Placeholder 2">
            <a:extLst>
              <a:ext uri="{FF2B5EF4-FFF2-40B4-BE49-F238E27FC236}">
                <a16:creationId xmlns:a16="http://schemas.microsoft.com/office/drawing/2014/main" id="{E33CBF57-79FB-E12B-872C-DE2ED09CE261}"/>
              </a:ext>
            </a:extLst>
          </p:cNvPr>
          <p:cNvSpPr>
            <a:spLocks noGrp="1"/>
          </p:cNvSpPr>
          <p:nvPr>
            <p:ph type="body" idx="4294967295"/>
          </p:nvPr>
        </p:nvSpPr>
        <p:spPr>
          <a:xfrm>
            <a:off x="635406" y="2062163"/>
            <a:ext cx="5253330" cy="3314509"/>
          </a:xfrm>
        </p:spPr>
        <p:txBody>
          <a:bodyPr/>
          <a:lstStyle/>
          <a:p>
            <a:pPr marL="228600" indent="-228600">
              <a:lnSpc>
                <a:spcPct val="150000"/>
              </a:lnSpc>
              <a:buAutoNum type="arabicPeriod"/>
            </a:pPr>
            <a:r>
              <a:rPr lang="en-US" sz="1400" dirty="0"/>
              <a:t>Leverage MCP to perform GET and POST Operation in addition to just acting as Knowledge source</a:t>
            </a:r>
          </a:p>
          <a:p>
            <a:pPr marL="228600" indent="-228600">
              <a:lnSpc>
                <a:spcPct val="150000"/>
              </a:lnSpc>
              <a:buAutoNum type="arabicPeriod"/>
            </a:pPr>
            <a:r>
              <a:rPr lang="en-US" sz="1400" dirty="0"/>
              <a:t>Register tool inside MCP with unique name which can be implemented inside router agent which selects the tool to perform specific agentic operation.</a:t>
            </a:r>
          </a:p>
          <a:p>
            <a:pPr marL="228600" indent="-228600">
              <a:lnSpc>
                <a:spcPct val="150000"/>
              </a:lnSpc>
              <a:buAutoNum type="arabicPeriod"/>
            </a:pPr>
            <a:r>
              <a:rPr lang="en-US" sz="1400" dirty="0"/>
              <a:t>Implement MCP to return TOON output during Decision Step and JSON output during Inference Step for LLM.</a:t>
            </a:r>
          </a:p>
          <a:p>
            <a:pPr marL="228600" indent="-228600">
              <a:lnSpc>
                <a:spcPct val="150000"/>
              </a:lnSpc>
              <a:buAutoNum type="arabicPeriod"/>
            </a:pPr>
            <a:r>
              <a:rPr lang="en-US" sz="1400" dirty="0"/>
              <a:t>LLM decides which tool to invoke with help of router agent while MCP executes the bounded operation through exposed tools</a:t>
            </a:r>
          </a:p>
        </p:txBody>
      </p:sp>
    </p:spTree>
    <p:extLst>
      <p:ext uri="{BB962C8B-B14F-4D97-AF65-F5344CB8AC3E}">
        <p14:creationId xmlns:p14="http://schemas.microsoft.com/office/powerpoint/2010/main" val="857386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F3FD4-6C6E-6AB6-68F3-0A8B0AE42092}"/>
            </a:ext>
          </a:extLst>
        </p:cNvPr>
        <p:cNvGrpSpPr/>
        <p:nvPr/>
      </p:nvGrpSpPr>
      <p:grpSpPr>
        <a:xfrm>
          <a:off x="0" y="0"/>
          <a:ext cx="0" cy="0"/>
          <a:chOff x="0" y="0"/>
          <a:chExt cx="0" cy="0"/>
        </a:xfrm>
      </p:grpSpPr>
      <p:sp>
        <p:nvSpPr>
          <p:cNvPr id="6" name="Date Placeholder 2">
            <a:extLst>
              <a:ext uri="{FF2B5EF4-FFF2-40B4-BE49-F238E27FC236}">
                <a16:creationId xmlns:a16="http://schemas.microsoft.com/office/drawing/2014/main" id="{A9CE8023-44AF-31C3-5E43-B56122FDDDAD}"/>
              </a:ext>
            </a:extLst>
          </p:cNvPr>
          <p:cNvSpPr>
            <a:spLocks noGrp="1"/>
          </p:cNvSpPr>
          <p:nvPr>
            <p:ph type="dt" sz="half" idx="10"/>
          </p:nvPr>
        </p:nvSpPr>
        <p:spPr/>
        <p:txBody>
          <a:bodyPr/>
          <a:lstStyle/>
          <a:p>
            <a:fld id="{A3BE4766-2D36-894E-8AAD-B5D1EB5B1385}" type="datetime4">
              <a:rPr lang="en-US" smtClean="0"/>
              <a:t>August 8, 2026</a:t>
            </a:fld>
            <a:endParaRPr lang="en-US" dirty="0"/>
          </a:p>
        </p:txBody>
      </p:sp>
      <p:sp>
        <p:nvSpPr>
          <p:cNvPr id="4" name="Slide Number Placeholder 3">
            <a:extLst>
              <a:ext uri="{FF2B5EF4-FFF2-40B4-BE49-F238E27FC236}">
                <a16:creationId xmlns:a16="http://schemas.microsoft.com/office/drawing/2014/main" id="{CF4768D3-E0C1-FCB2-C20C-D26353F88A8D}"/>
              </a:ext>
            </a:extLst>
          </p:cNvPr>
          <p:cNvSpPr>
            <a:spLocks noGrp="1"/>
          </p:cNvSpPr>
          <p:nvPr>
            <p:ph type="sldNum" sz="quarter" idx="4"/>
          </p:nvPr>
        </p:nvSpPr>
        <p:spPr>
          <a:prstGeom prst="rect">
            <a:avLst/>
          </a:prstGeom>
        </p:spPr>
        <p:txBody>
          <a:bodyPr/>
          <a:lstStyle/>
          <a:p>
            <a:fld id="{4FA92F45-BA5D-4C7A-ACC7-D44B34072B97}" type="slidenum">
              <a:rPr lang="en-US" smtClean="0"/>
              <a:t>9</a:t>
            </a:fld>
            <a:endParaRPr lang="en-US" dirty="0"/>
          </a:p>
        </p:txBody>
      </p:sp>
      <p:sp>
        <p:nvSpPr>
          <p:cNvPr id="5" name="Title 4">
            <a:extLst>
              <a:ext uri="{FF2B5EF4-FFF2-40B4-BE49-F238E27FC236}">
                <a16:creationId xmlns:a16="http://schemas.microsoft.com/office/drawing/2014/main" id="{B2CBA7FC-C3F5-0F6B-D645-7E1E2DCE204B}"/>
              </a:ext>
            </a:extLst>
          </p:cNvPr>
          <p:cNvSpPr>
            <a:spLocks noGrp="1"/>
          </p:cNvSpPr>
          <p:nvPr>
            <p:ph type="title" idx="4294967295"/>
          </p:nvPr>
        </p:nvSpPr>
        <p:spPr>
          <a:xfrm>
            <a:off x="635406" y="630124"/>
            <a:ext cx="4551363" cy="714375"/>
          </a:xfrm>
        </p:spPr>
        <p:txBody>
          <a:bodyPr/>
          <a:lstStyle/>
          <a:p>
            <a:r>
              <a:rPr lang="en-US" sz="2400" dirty="0">
                <a:solidFill>
                  <a:schemeClr val="accent1"/>
                </a:solidFill>
              </a:rPr>
              <a:t>Thought Process</a:t>
            </a:r>
            <a:endParaRPr lang="en-US" sz="2400" b="0" dirty="0">
              <a:solidFill>
                <a:schemeClr val="tx2"/>
              </a:solidFill>
            </a:endParaRPr>
          </a:p>
        </p:txBody>
      </p:sp>
      <p:sp>
        <p:nvSpPr>
          <p:cNvPr id="8" name="TextBox 7">
            <a:extLst>
              <a:ext uri="{FF2B5EF4-FFF2-40B4-BE49-F238E27FC236}">
                <a16:creationId xmlns:a16="http://schemas.microsoft.com/office/drawing/2014/main" id="{09AEF668-DD33-11C0-5F99-9488770A7C42}"/>
              </a:ext>
            </a:extLst>
          </p:cNvPr>
          <p:cNvSpPr txBox="1"/>
          <p:nvPr/>
        </p:nvSpPr>
        <p:spPr>
          <a:xfrm>
            <a:off x="511414" y="1548175"/>
            <a:ext cx="11045179" cy="2862322"/>
          </a:xfrm>
          <a:prstGeom prst="rect">
            <a:avLst/>
          </a:prstGeom>
          <a:noFill/>
        </p:spPr>
        <p:txBody>
          <a:bodyPr wrap="square">
            <a:spAutoFit/>
          </a:bodyPr>
          <a:lstStyle/>
          <a:p>
            <a:pPr marL="342900" indent="-342900">
              <a:buAutoNum type="arabicParenR"/>
            </a:pPr>
            <a:r>
              <a:rPr lang="en-US" dirty="0">
                <a:solidFill>
                  <a:schemeClr val="tx2"/>
                </a:solidFill>
                <a:latin typeface="Verdana" panose="020B0604030504040204" pitchFamily="34" charset="0"/>
                <a:ea typeface="Verdana" panose="020B0604030504040204" pitchFamily="34" charset="0"/>
                <a:cs typeface="Verdana" panose="020B0604030504040204" pitchFamily="34" charset="0"/>
              </a:rPr>
              <a:t>When Designing the Agentic workflow , Identify which is AI component first rather than considering entire Workflow as AI.</a:t>
            </a:r>
          </a:p>
          <a:p>
            <a:pPr marL="342900" indent="-342900">
              <a:buAutoNum type="arabicParenR"/>
            </a:pPr>
            <a:r>
              <a:rPr lang="en-US" dirty="0">
                <a:solidFill>
                  <a:schemeClr val="tx2"/>
                </a:solidFill>
                <a:latin typeface="Verdana" panose="020B0604030504040204" pitchFamily="34" charset="0"/>
                <a:ea typeface="Verdana" panose="020B0604030504040204" pitchFamily="34" charset="0"/>
                <a:cs typeface="Verdana" panose="020B0604030504040204" pitchFamily="34" charset="0"/>
              </a:rPr>
              <a:t>Setup the Base Architecture of entire agentic workflow by leveraging the engineered context and how to route the user's input</a:t>
            </a:r>
          </a:p>
          <a:p>
            <a:pPr marL="342900" indent="-342900">
              <a:buAutoNum type="arabicParenR"/>
            </a:pPr>
            <a:r>
              <a:rPr lang="en-US" dirty="0">
                <a:solidFill>
                  <a:schemeClr val="tx2"/>
                </a:solidFill>
                <a:latin typeface="Verdana" panose="020B0604030504040204" pitchFamily="34" charset="0"/>
                <a:ea typeface="Verdana" panose="020B0604030504040204" pitchFamily="34" charset="0"/>
                <a:cs typeface="Verdana" panose="020B0604030504040204" pitchFamily="34" charset="0"/>
              </a:rPr>
              <a:t>Leverage LLMs only to decide or plan; while MCP, APIs or executors perform bounded actions.</a:t>
            </a:r>
          </a:p>
          <a:p>
            <a:pPr marL="342900" indent="-342900">
              <a:buAutoNum type="arabicParenR"/>
            </a:pPr>
            <a:r>
              <a:rPr lang="en-US" dirty="0">
                <a:solidFill>
                  <a:schemeClr val="tx2"/>
                </a:solidFill>
                <a:latin typeface="Verdana" panose="020B0604030504040204" pitchFamily="34" charset="0"/>
                <a:ea typeface="Verdana" panose="020B0604030504040204" pitchFamily="34" charset="0"/>
                <a:cs typeface="Verdana" panose="020B0604030504040204" pitchFamily="34" charset="0"/>
              </a:rPr>
              <a:t>Test the Workflows across multiple models to have an idea on how each model is interpreting the context and router agent</a:t>
            </a:r>
          </a:p>
          <a:p>
            <a:pPr marL="342900" indent="-342900">
              <a:buAutoNum type="arabicParenR"/>
            </a:pPr>
            <a:r>
              <a:rPr lang="en-US" dirty="0">
                <a:solidFill>
                  <a:schemeClr val="tx2"/>
                </a:solidFill>
                <a:latin typeface="Verdana" panose="020B0604030504040204" pitchFamily="34" charset="0"/>
                <a:ea typeface="Verdana" panose="020B0604030504040204" pitchFamily="34" charset="0"/>
                <a:cs typeface="Verdana" panose="020B0604030504040204" pitchFamily="34" charset="0"/>
              </a:rPr>
              <a:t>Test the entire workflow to validate the consistency</a:t>
            </a:r>
          </a:p>
          <a:p>
            <a:pPr marL="342900" indent="-342900">
              <a:buAutoNum type="arabicParenR"/>
            </a:pPr>
            <a:endParaRPr lang="en-US" dirty="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pic>
        <p:nvPicPr>
          <p:cNvPr id="63" name="Picture 62" descr="A person wearing a vest and tie pointing at a sign&#10;&#10;Description automatically generated">
            <a:extLst>
              <a:ext uri="{FF2B5EF4-FFF2-40B4-BE49-F238E27FC236}">
                <a16:creationId xmlns:a16="http://schemas.microsoft.com/office/drawing/2014/main" id="{597E70F4-1329-4304-F738-C91393C58E6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0819" y="5053342"/>
            <a:ext cx="1124626" cy="2161515"/>
          </a:xfrm>
          <a:prstGeom prst="rect">
            <a:avLst/>
          </a:prstGeom>
        </p:spPr>
      </p:pic>
    </p:spTree>
    <p:extLst>
      <p:ext uri="{BB962C8B-B14F-4D97-AF65-F5344CB8AC3E}">
        <p14:creationId xmlns:p14="http://schemas.microsoft.com/office/powerpoint/2010/main" val="2883768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68BB4D-C7A2-88A0-4EFA-CC6AE55D4D63}"/>
              </a:ext>
            </a:extLst>
          </p:cNvPr>
          <p:cNvSpPr>
            <a:spLocks noGrp="1"/>
          </p:cNvSpPr>
          <p:nvPr>
            <p:ph type="dt" sz="half" idx="10"/>
          </p:nvPr>
        </p:nvSpPr>
        <p:spPr/>
        <p:txBody>
          <a:bodyPr/>
          <a:lstStyle/>
          <a:p>
            <a:fld id="{DDC67203-A1A2-114F-B5AE-1771E558E9DE}" type="datetime4">
              <a:rPr lang="en-US" smtClean="0"/>
              <a:t>August 8, 2026</a:t>
            </a:fld>
            <a:endParaRPr lang="en-US" dirty="0"/>
          </a:p>
        </p:txBody>
      </p:sp>
      <p:sp>
        <p:nvSpPr>
          <p:cNvPr id="3" name="Slide Number Placeholder 2">
            <a:extLst>
              <a:ext uri="{FF2B5EF4-FFF2-40B4-BE49-F238E27FC236}">
                <a16:creationId xmlns:a16="http://schemas.microsoft.com/office/drawing/2014/main" id="{2446CE21-21C0-C0A4-5542-9D03D52854A9}"/>
              </a:ext>
            </a:extLst>
          </p:cNvPr>
          <p:cNvSpPr>
            <a:spLocks noGrp="1"/>
          </p:cNvSpPr>
          <p:nvPr>
            <p:ph type="sldNum" sz="quarter" idx="4"/>
          </p:nvPr>
        </p:nvSpPr>
        <p:spPr/>
        <p:txBody>
          <a:bodyPr/>
          <a:lstStyle/>
          <a:p>
            <a:fld id="{4FA92F45-BA5D-4C7A-ACC7-D44B34072B97}" type="slidenum">
              <a:rPr lang="en-US" smtClean="0"/>
              <a:pPr/>
              <a:t>10</a:t>
            </a:fld>
            <a:endParaRPr lang="en-US" dirty="0"/>
          </a:p>
        </p:txBody>
      </p:sp>
      <p:sp>
        <p:nvSpPr>
          <p:cNvPr id="4" name="Title 4">
            <a:extLst>
              <a:ext uri="{FF2B5EF4-FFF2-40B4-BE49-F238E27FC236}">
                <a16:creationId xmlns:a16="http://schemas.microsoft.com/office/drawing/2014/main" id="{1EF03118-92D4-0CEC-F023-DE5B6C7C01AA}"/>
              </a:ext>
            </a:extLst>
          </p:cNvPr>
          <p:cNvSpPr txBox="1">
            <a:spLocks/>
          </p:cNvSpPr>
          <p:nvPr/>
        </p:nvSpPr>
        <p:spPr>
          <a:xfrm>
            <a:off x="635406" y="630124"/>
            <a:ext cx="4551363" cy="714375"/>
          </a:xfrm>
          <a:prstGeom prst="rect">
            <a:avLst/>
          </a:prstGeom>
        </p:spPr>
        <p:txBody>
          <a:bodyPr vert="horz" lIns="0" tIns="0" rIns="0" bIns="0" rtlCol="0" anchor="t">
            <a:noAutofit/>
          </a:bodyPr>
          <a:lstStyle>
            <a:lvl1pPr algn="l" defTabSz="685800" rtl="0" eaLnBrk="1" latinLnBrk="0" hangingPunct="1">
              <a:lnSpc>
                <a:spcPct val="100000"/>
              </a:lnSpc>
              <a:spcBef>
                <a:spcPct val="0"/>
              </a:spcBef>
              <a:buNone/>
              <a:defRPr sz="2200" b="1" i="0" kern="1200" baseline="0">
                <a:solidFill>
                  <a:srgbClr val="595555"/>
                </a:solidFill>
                <a:latin typeface="Verdana" panose="020B0604030504040204" pitchFamily="34" charset="0"/>
                <a:ea typeface="Verdana" panose="020B0604030504040204" pitchFamily="34" charset="0"/>
                <a:cs typeface="Verdana" panose="020B0604030504040204" pitchFamily="34" charset="0"/>
              </a:defRPr>
            </a:lvl1pPr>
          </a:lstStyle>
          <a:p>
            <a:r>
              <a:rPr lang="en-US" sz="2400" dirty="0">
                <a:solidFill>
                  <a:schemeClr val="accent1"/>
                </a:solidFill>
              </a:rPr>
              <a:t>Benefits</a:t>
            </a:r>
            <a:endParaRPr lang="en-US" sz="2400" b="0" dirty="0">
              <a:solidFill>
                <a:schemeClr val="tx2"/>
              </a:solidFill>
            </a:endParaRPr>
          </a:p>
        </p:txBody>
      </p:sp>
      <p:sp>
        <p:nvSpPr>
          <p:cNvPr id="6" name="TextBox 5">
            <a:extLst>
              <a:ext uri="{FF2B5EF4-FFF2-40B4-BE49-F238E27FC236}">
                <a16:creationId xmlns:a16="http://schemas.microsoft.com/office/drawing/2014/main" id="{1D4DA7DA-66A6-02BC-7C57-65A4B292EF79}"/>
              </a:ext>
            </a:extLst>
          </p:cNvPr>
          <p:cNvSpPr txBox="1"/>
          <p:nvPr/>
        </p:nvSpPr>
        <p:spPr>
          <a:xfrm>
            <a:off x="511414" y="1548175"/>
            <a:ext cx="11045179" cy="1754326"/>
          </a:xfrm>
          <a:prstGeom prst="rect">
            <a:avLst/>
          </a:prstGeom>
          <a:noFill/>
        </p:spPr>
        <p:txBody>
          <a:bodyPr wrap="square">
            <a:spAutoFit/>
          </a:bodyPr>
          <a:lstStyle/>
          <a:p>
            <a:pPr marL="342900" indent="-342900">
              <a:buFont typeface="Arial" panose="020B0604020202020204" pitchFamily="34" charset="0"/>
              <a:buChar char="•"/>
            </a:pPr>
            <a:r>
              <a:rPr lang="en-US" dirty="0"/>
              <a:t>Reduces Context Usage by approximately : 45%.</a:t>
            </a:r>
          </a:p>
          <a:p>
            <a:pPr marL="342900" indent="-342900">
              <a:buFont typeface="Arial" panose="020B0604020202020204" pitchFamily="34" charset="0"/>
              <a:buChar char="•"/>
            </a:pPr>
            <a:r>
              <a:rPr lang="en-US" dirty="0"/>
              <a:t>Improves Decision making ability of LLM</a:t>
            </a:r>
          </a:p>
          <a:p>
            <a:pPr marL="342900" indent="-342900">
              <a:buFont typeface="Arial" panose="020B0604020202020204" pitchFamily="34" charset="0"/>
              <a:buChar char="•"/>
            </a:pPr>
            <a:r>
              <a:rPr lang="en-US" dirty="0"/>
              <a:t>Improves Latency by at least 50%.</a:t>
            </a:r>
          </a:p>
          <a:p>
            <a:pPr marL="342900" indent="-342900">
              <a:buFont typeface="Arial" panose="020B0604020202020204" pitchFamily="34" charset="0"/>
              <a:buChar char="•"/>
            </a:pPr>
            <a:r>
              <a:rPr lang="en-US" dirty="0"/>
              <a:t>Enhanced Accurate output.</a:t>
            </a:r>
          </a:p>
          <a:p>
            <a:pPr marL="342900" indent="-342900">
              <a:buFont typeface="Arial" panose="020B0604020202020204" pitchFamily="34" charset="0"/>
              <a:buChar char="•"/>
            </a:pPr>
            <a:r>
              <a:rPr lang="en-US" dirty="0"/>
              <a:t>Enables Dependent on AI but Independent of AI toolset</a:t>
            </a:r>
          </a:p>
          <a:p>
            <a:endParaRPr lang="en-US" dirty="0"/>
          </a:p>
        </p:txBody>
      </p:sp>
      <p:sp>
        <p:nvSpPr>
          <p:cNvPr id="8" name="TextBox 7">
            <a:extLst>
              <a:ext uri="{FF2B5EF4-FFF2-40B4-BE49-F238E27FC236}">
                <a16:creationId xmlns:a16="http://schemas.microsoft.com/office/drawing/2014/main" id="{786C17D8-19EC-D7A0-BE34-8120458E2F97}"/>
              </a:ext>
            </a:extLst>
          </p:cNvPr>
          <p:cNvSpPr txBox="1"/>
          <p:nvPr/>
        </p:nvSpPr>
        <p:spPr>
          <a:xfrm>
            <a:off x="573410" y="4040912"/>
            <a:ext cx="11045179" cy="646331"/>
          </a:xfrm>
          <a:prstGeom prst="rect">
            <a:avLst/>
          </a:prstGeom>
          <a:noFill/>
        </p:spPr>
        <p:txBody>
          <a:bodyPr wrap="square">
            <a:spAutoFit/>
          </a:bodyPr>
          <a:lstStyle/>
          <a:p>
            <a:r>
              <a:rPr lang="en-US" dirty="0"/>
              <a:t>A Copilot Power user member in Team used to exhaust Copilot Credits in 10 Days, but by employing this  approach his credit usage stands at mere 27% at end of a month</a:t>
            </a:r>
          </a:p>
        </p:txBody>
      </p:sp>
    </p:spTree>
    <p:extLst>
      <p:ext uri="{BB962C8B-B14F-4D97-AF65-F5344CB8AC3E}">
        <p14:creationId xmlns:p14="http://schemas.microsoft.com/office/powerpoint/2010/main" val="3791133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185BE-935A-ECB2-375B-74AAAF8E0654}"/>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A67D37BC-203F-16E2-2527-AEB329740331}"/>
              </a:ext>
            </a:extLst>
          </p:cNvPr>
          <p:cNvCxnSpPr/>
          <p:nvPr/>
        </p:nvCxnSpPr>
        <p:spPr>
          <a:xfrm>
            <a:off x="609383" y="3928644"/>
            <a:ext cx="668311"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1D57729-63BE-50D4-37D9-A1953351FA99}"/>
              </a:ext>
            </a:extLst>
          </p:cNvPr>
          <p:cNvSpPr txBox="1"/>
          <p:nvPr/>
        </p:nvSpPr>
        <p:spPr>
          <a:xfrm>
            <a:off x="511982" y="2461852"/>
            <a:ext cx="4367025" cy="1200329"/>
          </a:xfrm>
          <a:prstGeom prst="rect">
            <a:avLst/>
          </a:prstGeom>
          <a:noFill/>
        </p:spPr>
        <p:txBody>
          <a:bodyPr wrap="square" rtlCol="0">
            <a:spAutoFit/>
          </a:bodyPr>
          <a:lstStyle/>
          <a:p>
            <a:pPr marL="182880" algn="r">
              <a:spcAft>
                <a:spcPts val="1200"/>
              </a:spcAft>
            </a:pPr>
            <a:r>
              <a:rPr lang="en-US" sz="3600" dirty="0">
                <a:solidFill>
                  <a:schemeClr val="bg1"/>
                </a:solidFill>
              </a:rPr>
              <a:t>Defect Creator Agent</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EAA4882D-EBF6-6454-4E8D-B0BA22D537BD}"/>
              </a:ext>
            </a:extLst>
          </p:cNvPr>
          <p:cNvSpPr>
            <a:spLocks noGrp="1"/>
          </p:cNvSpPr>
          <p:nvPr>
            <p:ph type="dt" sz="half" idx="10"/>
          </p:nvPr>
        </p:nvSpPr>
        <p:spPr/>
        <p:txBody>
          <a:bodyPr/>
          <a:lstStyle/>
          <a:p>
            <a:fld id="{CE6FA55F-D110-D248-8991-76921AF021F3}" type="datetime4">
              <a:rPr lang="en-US" smtClean="0"/>
              <a:t>August 8, 2026</a:t>
            </a:fld>
            <a:endParaRPr lang="en-US" dirty="0"/>
          </a:p>
        </p:txBody>
      </p:sp>
    </p:spTree>
    <p:extLst>
      <p:ext uri="{BB962C8B-B14F-4D97-AF65-F5344CB8AC3E}">
        <p14:creationId xmlns:p14="http://schemas.microsoft.com/office/powerpoint/2010/main" val="244746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965BF-2CE0-A6D7-8825-39BA4B1071E0}"/>
            </a:ext>
          </a:extLst>
        </p:cNvPr>
        <p:cNvGrpSpPr/>
        <p:nvPr/>
      </p:nvGrpSpPr>
      <p:grpSpPr>
        <a:xfrm>
          <a:off x="0" y="0"/>
          <a:ext cx="0" cy="0"/>
          <a:chOff x="0" y="0"/>
          <a:chExt cx="0" cy="0"/>
        </a:xfrm>
      </p:grpSpPr>
      <p:sp>
        <p:nvSpPr>
          <p:cNvPr id="6" name="Date Placeholder 2">
            <a:extLst>
              <a:ext uri="{FF2B5EF4-FFF2-40B4-BE49-F238E27FC236}">
                <a16:creationId xmlns:a16="http://schemas.microsoft.com/office/drawing/2014/main" id="{118F738F-5ECC-BCD7-F9B5-4F1C891C3057}"/>
              </a:ext>
            </a:extLst>
          </p:cNvPr>
          <p:cNvSpPr>
            <a:spLocks noGrp="1"/>
          </p:cNvSpPr>
          <p:nvPr>
            <p:ph type="dt" sz="half" idx="10"/>
          </p:nvPr>
        </p:nvSpPr>
        <p:spPr/>
        <p:txBody>
          <a:bodyPr/>
          <a:lstStyle/>
          <a:p>
            <a:fld id="{A3BE4766-2D36-894E-8AAD-B5D1EB5B1385}" type="datetime4">
              <a:rPr lang="en-US" smtClean="0"/>
              <a:t>August 8, 2026</a:t>
            </a:fld>
            <a:endParaRPr lang="en-US" dirty="0"/>
          </a:p>
        </p:txBody>
      </p:sp>
      <p:sp>
        <p:nvSpPr>
          <p:cNvPr id="4" name="Slide Number Placeholder 3">
            <a:extLst>
              <a:ext uri="{FF2B5EF4-FFF2-40B4-BE49-F238E27FC236}">
                <a16:creationId xmlns:a16="http://schemas.microsoft.com/office/drawing/2014/main" id="{3175F175-A1F8-020F-7C96-B0554BB18AF0}"/>
              </a:ext>
            </a:extLst>
          </p:cNvPr>
          <p:cNvSpPr>
            <a:spLocks noGrp="1"/>
          </p:cNvSpPr>
          <p:nvPr>
            <p:ph type="sldNum" sz="quarter" idx="4"/>
          </p:nvPr>
        </p:nvSpPr>
        <p:spPr>
          <a:prstGeom prst="rect">
            <a:avLst/>
          </a:prstGeom>
        </p:spPr>
        <p:txBody>
          <a:bodyPr/>
          <a:lstStyle/>
          <a:p>
            <a:fld id="{4FA92F45-BA5D-4C7A-ACC7-D44B34072B97}" type="slidenum">
              <a:rPr lang="en-US" smtClean="0"/>
              <a:t>12</a:t>
            </a:fld>
            <a:endParaRPr lang="en-US" dirty="0"/>
          </a:p>
        </p:txBody>
      </p:sp>
      <p:sp>
        <p:nvSpPr>
          <p:cNvPr id="5" name="Title 4">
            <a:extLst>
              <a:ext uri="{FF2B5EF4-FFF2-40B4-BE49-F238E27FC236}">
                <a16:creationId xmlns:a16="http://schemas.microsoft.com/office/drawing/2014/main" id="{62319D5F-56C1-1EEB-8D7A-D43A3CB0ACAD}"/>
              </a:ext>
            </a:extLst>
          </p:cNvPr>
          <p:cNvSpPr>
            <a:spLocks noGrp="1"/>
          </p:cNvSpPr>
          <p:nvPr>
            <p:ph type="title" idx="4294967295"/>
          </p:nvPr>
        </p:nvSpPr>
        <p:spPr>
          <a:xfrm>
            <a:off x="635406" y="630124"/>
            <a:ext cx="4551363" cy="714375"/>
          </a:xfrm>
        </p:spPr>
        <p:txBody>
          <a:bodyPr/>
          <a:lstStyle/>
          <a:p>
            <a:r>
              <a:rPr lang="en-US" sz="2400" dirty="0">
                <a:solidFill>
                  <a:schemeClr val="accent1"/>
                </a:solidFill>
              </a:rPr>
              <a:t>Use Case1</a:t>
            </a:r>
            <a:endParaRPr lang="en-US" sz="2400" b="0" dirty="0">
              <a:solidFill>
                <a:schemeClr val="tx2"/>
              </a:solidFill>
            </a:endParaRPr>
          </a:p>
        </p:txBody>
      </p:sp>
      <p:sp>
        <p:nvSpPr>
          <p:cNvPr id="8" name="TextBox 7">
            <a:extLst>
              <a:ext uri="{FF2B5EF4-FFF2-40B4-BE49-F238E27FC236}">
                <a16:creationId xmlns:a16="http://schemas.microsoft.com/office/drawing/2014/main" id="{D7388D29-38C6-3013-D3A9-868641F918FB}"/>
              </a:ext>
            </a:extLst>
          </p:cNvPr>
          <p:cNvSpPr txBox="1"/>
          <p:nvPr/>
        </p:nvSpPr>
        <p:spPr>
          <a:xfrm>
            <a:off x="511414" y="1548175"/>
            <a:ext cx="11045179" cy="1138773"/>
          </a:xfrm>
          <a:prstGeom prst="rect">
            <a:avLst/>
          </a:prstGeom>
          <a:noFill/>
        </p:spPr>
        <p:txBody>
          <a:bodyPr wrap="square">
            <a:spAutoFit/>
          </a:bodyPr>
          <a:lstStyle/>
          <a:p>
            <a:r>
              <a:rPr lang="en-US" dirty="0">
                <a:solidFill>
                  <a:schemeClr val="tx2"/>
                </a:solidFill>
                <a:latin typeface="Verdana" panose="020B0604030504040204" pitchFamily="34" charset="0"/>
                <a:ea typeface="Verdana" panose="020B0604030504040204" pitchFamily="34" charset="0"/>
                <a:cs typeface="Verdana" panose="020B0604030504040204" pitchFamily="34" charset="0"/>
              </a:rPr>
              <a:t>Goal of Defect Creator here is to Analyze a Test Failures and if any of those are Application under Test related issues , then create a Defect in Azure </a:t>
            </a:r>
            <a:r>
              <a:rPr lang="en-US" dirty="0" err="1">
                <a:solidFill>
                  <a:schemeClr val="tx2"/>
                </a:solidFill>
                <a:latin typeface="Verdana" panose="020B0604030504040204" pitchFamily="34" charset="0"/>
                <a:ea typeface="Verdana" panose="020B0604030504040204" pitchFamily="34" charset="0"/>
                <a:cs typeface="Verdana" panose="020B0604030504040204" pitchFamily="34" charset="0"/>
              </a:rPr>
              <a:t>Devops</a:t>
            </a:r>
            <a:r>
              <a:rPr lang="en-US" dirty="0">
                <a:solidFill>
                  <a:schemeClr val="tx2"/>
                </a:solidFill>
                <a:latin typeface="Verdana" panose="020B0604030504040204" pitchFamily="34" charset="0"/>
                <a:ea typeface="Verdana" panose="020B0604030504040204" pitchFamily="34" charset="0"/>
                <a:cs typeface="Verdana" panose="020B0604030504040204" pitchFamily="34" charset="0"/>
              </a:rPr>
              <a:t> board automatically.</a:t>
            </a:r>
          </a:p>
          <a:p>
            <a:endParaRPr lang="en-US" dirty="0">
              <a:solidFill>
                <a:schemeClr val="tx2"/>
              </a:solidFill>
              <a:latin typeface="Verdana" panose="020B0604030504040204" pitchFamily="34" charset="0"/>
              <a:ea typeface="Verdana" panose="020B0604030504040204" pitchFamily="34" charset="0"/>
              <a:cs typeface="Verdana" panose="020B0604030504040204" pitchFamily="34" charset="0"/>
            </a:endParaRPr>
          </a:p>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For Example: Failures can be related to regular Automation Maintenance, these should be ignored.</a:t>
            </a:r>
          </a:p>
        </p:txBody>
      </p:sp>
      <p:pic>
        <p:nvPicPr>
          <p:cNvPr id="63" name="Picture 62" descr="A person wearing a vest and tie pointing at a sign&#10;&#10;Description automatically generated">
            <a:extLst>
              <a:ext uri="{FF2B5EF4-FFF2-40B4-BE49-F238E27FC236}">
                <a16:creationId xmlns:a16="http://schemas.microsoft.com/office/drawing/2014/main" id="{2D3A25A8-87E7-542F-1957-5AD96140CF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0819" y="5053342"/>
            <a:ext cx="1124626" cy="2161515"/>
          </a:xfrm>
          <a:prstGeom prst="rect">
            <a:avLst/>
          </a:prstGeom>
        </p:spPr>
      </p:pic>
    </p:spTree>
    <p:extLst>
      <p:ext uri="{BB962C8B-B14F-4D97-AF65-F5344CB8AC3E}">
        <p14:creationId xmlns:p14="http://schemas.microsoft.com/office/powerpoint/2010/main" val="1485094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20580-D097-5B49-C30A-0DB27A54800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85CBF13-3874-B004-AD5E-5A02FFE498C9}"/>
              </a:ext>
            </a:extLst>
          </p:cNvPr>
          <p:cNvSpPr>
            <a:spLocks noGrp="1"/>
          </p:cNvSpPr>
          <p:nvPr>
            <p:ph type="dt" sz="half" idx="10"/>
          </p:nvPr>
        </p:nvSpPr>
        <p:spPr/>
        <p:txBody>
          <a:bodyPr/>
          <a:lstStyle/>
          <a:p>
            <a:fld id="{DDC67203-A1A2-114F-B5AE-1771E558E9DE}" type="datetime4">
              <a:rPr lang="en-US" smtClean="0"/>
              <a:t>August 8, 2026</a:t>
            </a:fld>
            <a:endParaRPr lang="en-US" dirty="0"/>
          </a:p>
        </p:txBody>
      </p:sp>
      <p:sp>
        <p:nvSpPr>
          <p:cNvPr id="3" name="Slide Number Placeholder 2">
            <a:extLst>
              <a:ext uri="{FF2B5EF4-FFF2-40B4-BE49-F238E27FC236}">
                <a16:creationId xmlns:a16="http://schemas.microsoft.com/office/drawing/2014/main" id="{E1890E61-77FF-DF0C-D8BE-4948F4C581E8}"/>
              </a:ext>
            </a:extLst>
          </p:cNvPr>
          <p:cNvSpPr>
            <a:spLocks noGrp="1"/>
          </p:cNvSpPr>
          <p:nvPr>
            <p:ph type="sldNum" sz="quarter" idx="4"/>
          </p:nvPr>
        </p:nvSpPr>
        <p:spPr/>
        <p:txBody>
          <a:bodyPr/>
          <a:lstStyle/>
          <a:p>
            <a:fld id="{4FA92F45-BA5D-4C7A-ACC7-D44B34072B97}" type="slidenum">
              <a:rPr lang="en-US" smtClean="0"/>
              <a:pPr/>
              <a:t>13</a:t>
            </a:fld>
            <a:endParaRPr lang="en-US" dirty="0"/>
          </a:p>
        </p:txBody>
      </p:sp>
      <p:sp>
        <p:nvSpPr>
          <p:cNvPr id="4" name="Title 4">
            <a:extLst>
              <a:ext uri="{FF2B5EF4-FFF2-40B4-BE49-F238E27FC236}">
                <a16:creationId xmlns:a16="http://schemas.microsoft.com/office/drawing/2014/main" id="{9ED0E870-7D20-F5AC-AC2A-F7C2115B71F6}"/>
              </a:ext>
            </a:extLst>
          </p:cNvPr>
          <p:cNvSpPr txBox="1">
            <a:spLocks/>
          </p:cNvSpPr>
          <p:nvPr/>
        </p:nvSpPr>
        <p:spPr>
          <a:xfrm>
            <a:off x="635406" y="303334"/>
            <a:ext cx="4551363" cy="714375"/>
          </a:xfrm>
          <a:prstGeom prst="rect">
            <a:avLst/>
          </a:prstGeom>
        </p:spPr>
        <p:txBody>
          <a:bodyPr vert="horz" lIns="0" tIns="0" rIns="0" bIns="0" rtlCol="0" anchor="t">
            <a:noAutofit/>
          </a:bodyPr>
          <a:lstStyle>
            <a:lvl1pPr algn="l" defTabSz="685800" rtl="0" eaLnBrk="1" latinLnBrk="0" hangingPunct="1">
              <a:lnSpc>
                <a:spcPct val="100000"/>
              </a:lnSpc>
              <a:spcBef>
                <a:spcPct val="0"/>
              </a:spcBef>
              <a:buNone/>
              <a:defRPr sz="2200" b="1" i="0" kern="1200" baseline="0">
                <a:solidFill>
                  <a:srgbClr val="595555"/>
                </a:solidFill>
                <a:latin typeface="Verdana" panose="020B0604030504040204" pitchFamily="34" charset="0"/>
                <a:ea typeface="Verdana" panose="020B0604030504040204" pitchFamily="34" charset="0"/>
                <a:cs typeface="Verdana" panose="020B0604030504040204" pitchFamily="34" charset="0"/>
              </a:defRPr>
            </a:lvl1pPr>
          </a:lstStyle>
          <a:p>
            <a:r>
              <a:rPr lang="en-US" sz="2400" dirty="0">
                <a:solidFill>
                  <a:schemeClr val="accent1"/>
                </a:solidFill>
              </a:rPr>
              <a:t>Approach</a:t>
            </a:r>
            <a:endParaRPr lang="en-US" sz="2400" b="0" dirty="0">
              <a:solidFill>
                <a:schemeClr val="tx2"/>
              </a:solidFill>
            </a:endParaRPr>
          </a:p>
        </p:txBody>
      </p:sp>
      <p:sp>
        <p:nvSpPr>
          <p:cNvPr id="6" name="TextBox 5">
            <a:extLst>
              <a:ext uri="{FF2B5EF4-FFF2-40B4-BE49-F238E27FC236}">
                <a16:creationId xmlns:a16="http://schemas.microsoft.com/office/drawing/2014/main" id="{87EB99CC-15E5-C686-FE0B-3577DB1C040D}"/>
              </a:ext>
            </a:extLst>
          </p:cNvPr>
          <p:cNvSpPr txBox="1"/>
          <p:nvPr/>
        </p:nvSpPr>
        <p:spPr>
          <a:xfrm>
            <a:off x="511414" y="1213130"/>
            <a:ext cx="11045179" cy="1169551"/>
          </a:xfrm>
          <a:prstGeom prst="rect">
            <a:avLst/>
          </a:prstGeom>
          <a:noFill/>
        </p:spPr>
        <p:txBody>
          <a:bodyPr wrap="square">
            <a:spAutoFit/>
          </a:bodyPr>
          <a:lstStyle/>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Architecture Pseudocode : </a:t>
            </a:r>
          </a:p>
          <a:p>
            <a:endPar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endParaRP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Understand Test Failures and based on content of Logs filter failures which are due to Application , for example : 5xx error code can be due to application under test failure and store them in list “defects”.</a:t>
            </a: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Based on each “defects” list create defect for those in Azure Board.</a:t>
            </a:r>
          </a:p>
        </p:txBody>
      </p:sp>
      <p:sp>
        <p:nvSpPr>
          <p:cNvPr id="10" name="TextBox 9">
            <a:extLst>
              <a:ext uri="{FF2B5EF4-FFF2-40B4-BE49-F238E27FC236}">
                <a16:creationId xmlns:a16="http://schemas.microsoft.com/office/drawing/2014/main" id="{475A56EC-305C-A1C3-F4BB-270C2F6CB6E9}"/>
              </a:ext>
            </a:extLst>
          </p:cNvPr>
          <p:cNvSpPr txBox="1"/>
          <p:nvPr/>
        </p:nvSpPr>
        <p:spPr>
          <a:xfrm>
            <a:off x="511413" y="3016881"/>
            <a:ext cx="11045179" cy="738664"/>
          </a:xfrm>
          <a:prstGeom prst="rect">
            <a:avLst/>
          </a:prstGeom>
          <a:noFill/>
        </p:spPr>
        <p:txBody>
          <a:bodyPr wrap="square">
            <a:spAutoFit/>
          </a:bodyPr>
          <a:lstStyle/>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Analyzing AI Work: </a:t>
            </a:r>
          </a:p>
          <a:p>
            <a:endPar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endParaRPr>
          </a:p>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Here AI work is understand the root cause of error and classify them as Application issue or Maintenance Issue.</a:t>
            </a:r>
          </a:p>
        </p:txBody>
      </p:sp>
      <p:sp>
        <p:nvSpPr>
          <p:cNvPr id="12" name="TextBox 11">
            <a:extLst>
              <a:ext uri="{FF2B5EF4-FFF2-40B4-BE49-F238E27FC236}">
                <a16:creationId xmlns:a16="http://schemas.microsoft.com/office/drawing/2014/main" id="{F24898C0-B73D-C1CF-12BB-B98F4A33B70A}"/>
              </a:ext>
            </a:extLst>
          </p:cNvPr>
          <p:cNvSpPr txBox="1"/>
          <p:nvPr/>
        </p:nvSpPr>
        <p:spPr>
          <a:xfrm>
            <a:off x="511415" y="4259876"/>
            <a:ext cx="11045179" cy="1384995"/>
          </a:xfrm>
          <a:prstGeom prst="rect">
            <a:avLst/>
          </a:prstGeom>
          <a:noFill/>
        </p:spPr>
        <p:txBody>
          <a:bodyPr wrap="square">
            <a:spAutoFit/>
          </a:bodyPr>
          <a:lstStyle/>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Solution:</a:t>
            </a:r>
          </a:p>
          <a:p>
            <a:endPar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endParaRPr>
          </a:p>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Design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create_defects</a:t>
            </a: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 API in MCP which can call the Azure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Devops</a:t>
            </a: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 to create Defects based on content provided</a:t>
            </a: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Design Router agent to parse the test failures content</a:t>
            </a: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Design Custom Prompt for LLM analyze each test case failure and return only application failure list.</a:t>
            </a: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Design Router agent to call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create_defects</a:t>
            </a: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 to create those defects returned by LLM</a:t>
            </a:r>
          </a:p>
        </p:txBody>
      </p:sp>
    </p:spTree>
    <p:extLst>
      <p:ext uri="{BB962C8B-B14F-4D97-AF65-F5344CB8AC3E}">
        <p14:creationId xmlns:p14="http://schemas.microsoft.com/office/powerpoint/2010/main" val="451009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7C33B-535A-BAE9-D96C-18A7BAB77C6F}"/>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82CF395B-C3EC-B87D-4972-DF48BC88E9D3}"/>
              </a:ext>
            </a:extLst>
          </p:cNvPr>
          <p:cNvCxnSpPr/>
          <p:nvPr/>
        </p:nvCxnSpPr>
        <p:spPr>
          <a:xfrm>
            <a:off x="609383" y="3928644"/>
            <a:ext cx="668311"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E2AA5F7-D419-3467-2D9F-B5360CEB2D92}"/>
              </a:ext>
            </a:extLst>
          </p:cNvPr>
          <p:cNvSpPr txBox="1"/>
          <p:nvPr/>
        </p:nvSpPr>
        <p:spPr>
          <a:xfrm>
            <a:off x="511982" y="2461852"/>
            <a:ext cx="4367025" cy="646331"/>
          </a:xfrm>
          <a:prstGeom prst="rect">
            <a:avLst/>
          </a:prstGeom>
          <a:noFill/>
        </p:spPr>
        <p:txBody>
          <a:bodyPr wrap="square" rtlCol="0">
            <a:spAutoFit/>
          </a:bodyPr>
          <a:lstStyle/>
          <a:p>
            <a:pPr marL="182880" algn="r">
              <a:spcAft>
                <a:spcPts val="1200"/>
              </a:spcAft>
            </a:pPr>
            <a:r>
              <a:rPr lang="en-US" sz="3600" dirty="0">
                <a:solidFill>
                  <a:schemeClr val="bg1"/>
                </a:solidFill>
              </a:rPr>
              <a:t>Story Creator Agent</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B4C1C0E4-04C1-7674-F5D5-1ABB53982894}"/>
              </a:ext>
            </a:extLst>
          </p:cNvPr>
          <p:cNvSpPr>
            <a:spLocks noGrp="1"/>
          </p:cNvSpPr>
          <p:nvPr>
            <p:ph type="dt" sz="half" idx="10"/>
          </p:nvPr>
        </p:nvSpPr>
        <p:spPr/>
        <p:txBody>
          <a:bodyPr/>
          <a:lstStyle/>
          <a:p>
            <a:fld id="{CE6FA55F-D110-D248-8991-76921AF021F3}" type="datetime4">
              <a:rPr lang="en-US" smtClean="0"/>
              <a:t>August 8, 2026</a:t>
            </a:fld>
            <a:endParaRPr lang="en-US" dirty="0"/>
          </a:p>
        </p:txBody>
      </p:sp>
    </p:spTree>
    <p:extLst>
      <p:ext uri="{BB962C8B-B14F-4D97-AF65-F5344CB8AC3E}">
        <p14:creationId xmlns:p14="http://schemas.microsoft.com/office/powerpoint/2010/main" val="811679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E7707-9847-42CB-522C-5EB69CD8A097}"/>
            </a:ext>
          </a:extLst>
        </p:cNvPr>
        <p:cNvGrpSpPr/>
        <p:nvPr/>
      </p:nvGrpSpPr>
      <p:grpSpPr>
        <a:xfrm>
          <a:off x="0" y="0"/>
          <a:ext cx="0" cy="0"/>
          <a:chOff x="0" y="0"/>
          <a:chExt cx="0" cy="0"/>
        </a:xfrm>
      </p:grpSpPr>
      <p:sp>
        <p:nvSpPr>
          <p:cNvPr id="6" name="Date Placeholder 2">
            <a:extLst>
              <a:ext uri="{FF2B5EF4-FFF2-40B4-BE49-F238E27FC236}">
                <a16:creationId xmlns:a16="http://schemas.microsoft.com/office/drawing/2014/main" id="{9EB633A1-11FE-2723-4872-25AFCF1F7ECC}"/>
              </a:ext>
            </a:extLst>
          </p:cNvPr>
          <p:cNvSpPr>
            <a:spLocks noGrp="1"/>
          </p:cNvSpPr>
          <p:nvPr>
            <p:ph type="dt" sz="half" idx="10"/>
          </p:nvPr>
        </p:nvSpPr>
        <p:spPr/>
        <p:txBody>
          <a:bodyPr/>
          <a:lstStyle/>
          <a:p>
            <a:fld id="{A3BE4766-2D36-894E-8AAD-B5D1EB5B1385}" type="datetime4">
              <a:rPr lang="en-US" smtClean="0"/>
              <a:t>August 8, 2026</a:t>
            </a:fld>
            <a:endParaRPr lang="en-US" dirty="0"/>
          </a:p>
        </p:txBody>
      </p:sp>
      <p:sp>
        <p:nvSpPr>
          <p:cNvPr id="4" name="Slide Number Placeholder 3">
            <a:extLst>
              <a:ext uri="{FF2B5EF4-FFF2-40B4-BE49-F238E27FC236}">
                <a16:creationId xmlns:a16="http://schemas.microsoft.com/office/drawing/2014/main" id="{6196F0B3-C40C-276F-8E1F-677468EE9586}"/>
              </a:ext>
            </a:extLst>
          </p:cNvPr>
          <p:cNvSpPr>
            <a:spLocks noGrp="1"/>
          </p:cNvSpPr>
          <p:nvPr>
            <p:ph type="sldNum" sz="quarter" idx="4"/>
          </p:nvPr>
        </p:nvSpPr>
        <p:spPr>
          <a:prstGeom prst="rect">
            <a:avLst/>
          </a:prstGeom>
        </p:spPr>
        <p:txBody>
          <a:bodyPr/>
          <a:lstStyle/>
          <a:p>
            <a:fld id="{4FA92F45-BA5D-4C7A-ACC7-D44B34072B97}" type="slidenum">
              <a:rPr lang="en-US" smtClean="0"/>
              <a:t>15</a:t>
            </a:fld>
            <a:endParaRPr lang="en-US" dirty="0"/>
          </a:p>
        </p:txBody>
      </p:sp>
      <p:sp>
        <p:nvSpPr>
          <p:cNvPr id="5" name="Title 4">
            <a:extLst>
              <a:ext uri="{FF2B5EF4-FFF2-40B4-BE49-F238E27FC236}">
                <a16:creationId xmlns:a16="http://schemas.microsoft.com/office/drawing/2014/main" id="{17A45869-385C-AC60-2851-B016DD60A8DE}"/>
              </a:ext>
            </a:extLst>
          </p:cNvPr>
          <p:cNvSpPr>
            <a:spLocks noGrp="1"/>
          </p:cNvSpPr>
          <p:nvPr>
            <p:ph type="title" idx="4294967295"/>
          </p:nvPr>
        </p:nvSpPr>
        <p:spPr>
          <a:xfrm>
            <a:off x="635406" y="630124"/>
            <a:ext cx="4551363" cy="714375"/>
          </a:xfrm>
        </p:spPr>
        <p:txBody>
          <a:bodyPr/>
          <a:lstStyle/>
          <a:p>
            <a:r>
              <a:rPr lang="en-US" sz="2400" dirty="0">
                <a:solidFill>
                  <a:schemeClr val="accent1"/>
                </a:solidFill>
              </a:rPr>
              <a:t>Use Case2</a:t>
            </a:r>
            <a:endParaRPr lang="en-US" sz="2400" b="0" dirty="0">
              <a:solidFill>
                <a:schemeClr val="tx2"/>
              </a:solidFill>
            </a:endParaRPr>
          </a:p>
        </p:txBody>
      </p:sp>
      <p:sp>
        <p:nvSpPr>
          <p:cNvPr id="8" name="TextBox 7">
            <a:extLst>
              <a:ext uri="{FF2B5EF4-FFF2-40B4-BE49-F238E27FC236}">
                <a16:creationId xmlns:a16="http://schemas.microsoft.com/office/drawing/2014/main" id="{86E80E31-F790-EDD8-C53F-3E4B32A38C74}"/>
              </a:ext>
            </a:extLst>
          </p:cNvPr>
          <p:cNvSpPr txBox="1"/>
          <p:nvPr/>
        </p:nvSpPr>
        <p:spPr>
          <a:xfrm>
            <a:off x="511414" y="1548175"/>
            <a:ext cx="11045179" cy="1354217"/>
          </a:xfrm>
          <a:prstGeom prst="rect">
            <a:avLst/>
          </a:prstGeom>
          <a:noFill/>
        </p:spPr>
        <p:txBody>
          <a:bodyPr wrap="square">
            <a:spAutoFit/>
          </a:bodyPr>
          <a:lstStyle/>
          <a:p>
            <a:r>
              <a:rPr lang="en-US" dirty="0">
                <a:solidFill>
                  <a:schemeClr val="tx2"/>
                </a:solidFill>
                <a:latin typeface="Verdana" panose="020B0604030504040204" pitchFamily="34" charset="0"/>
                <a:ea typeface="Verdana" panose="020B0604030504040204" pitchFamily="34" charset="0"/>
                <a:cs typeface="Verdana" panose="020B0604030504040204" pitchFamily="34" charset="0"/>
              </a:rPr>
              <a:t>Goal of Story Creator Agent here is to Analyze large group of Development Team Stories and identify which Stories requires QA work and clone those stories in QA board. </a:t>
            </a:r>
          </a:p>
          <a:p>
            <a:endParaRPr lang="en-US" dirty="0">
              <a:solidFill>
                <a:schemeClr val="tx2"/>
              </a:solidFill>
              <a:latin typeface="Verdana" panose="020B0604030504040204" pitchFamily="34" charset="0"/>
              <a:ea typeface="Verdana" panose="020B0604030504040204" pitchFamily="34" charset="0"/>
              <a:cs typeface="Verdana" panose="020B0604030504040204" pitchFamily="34" charset="0"/>
            </a:endParaRPr>
          </a:p>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For Example : Developer Stories might have work related to API keys update which doesn’t require QA activity, these stories should be filtered</a:t>
            </a:r>
          </a:p>
        </p:txBody>
      </p:sp>
      <p:pic>
        <p:nvPicPr>
          <p:cNvPr id="63" name="Picture 62" descr="A person wearing a vest and tie pointing at a sign&#10;&#10;Description automatically generated">
            <a:extLst>
              <a:ext uri="{FF2B5EF4-FFF2-40B4-BE49-F238E27FC236}">
                <a16:creationId xmlns:a16="http://schemas.microsoft.com/office/drawing/2014/main" id="{1B124219-2298-80F6-BC3C-EF3BB2AF5F2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0819" y="5053342"/>
            <a:ext cx="1124626" cy="2161515"/>
          </a:xfrm>
          <a:prstGeom prst="rect">
            <a:avLst/>
          </a:prstGeom>
        </p:spPr>
      </p:pic>
    </p:spTree>
    <p:extLst>
      <p:ext uri="{BB962C8B-B14F-4D97-AF65-F5344CB8AC3E}">
        <p14:creationId xmlns:p14="http://schemas.microsoft.com/office/powerpoint/2010/main" val="2673039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38434D-073E-9706-3FE8-9D7DAD550173}"/>
              </a:ext>
            </a:extLst>
          </p:cNvPr>
          <p:cNvSpPr>
            <a:spLocks noGrp="1"/>
          </p:cNvSpPr>
          <p:nvPr>
            <p:ph type="dt" sz="half" idx="10"/>
          </p:nvPr>
        </p:nvSpPr>
        <p:spPr/>
        <p:txBody>
          <a:bodyPr/>
          <a:lstStyle/>
          <a:p>
            <a:fld id="{DDC67203-A1A2-114F-B5AE-1771E558E9DE}" type="datetime4">
              <a:rPr lang="en-US" smtClean="0"/>
              <a:t>August 8, 2026</a:t>
            </a:fld>
            <a:endParaRPr lang="en-US" dirty="0"/>
          </a:p>
        </p:txBody>
      </p:sp>
      <p:sp>
        <p:nvSpPr>
          <p:cNvPr id="3" name="Slide Number Placeholder 2">
            <a:extLst>
              <a:ext uri="{FF2B5EF4-FFF2-40B4-BE49-F238E27FC236}">
                <a16:creationId xmlns:a16="http://schemas.microsoft.com/office/drawing/2014/main" id="{4CFC171C-9C7D-5DDB-D98A-25B43B8FA9E3}"/>
              </a:ext>
            </a:extLst>
          </p:cNvPr>
          <p:cNvSpPr>
            <a:spLocks noGrp="1"/>
          </p:cNvSpPr>
          <p:nvPr>
            <p:ph type="sldNum" sz="quarter" idx="4"/>
          </p:nvPr>
        </p:nvSpPr>
        <p:spPr/>
        <p:txBody>
          <a:bodyPr/>
          <a:lstStyle/>
          <a:p>
            <a:fld id="{4FA92F45-BA5D-4C7A-ACC7-D44B34072B97}" type="slidenum">
              <a:rPr lang="en-US" smtClean="0"/>
              <a:pPr/>
              <a:t>16</a:t>
            </a:fld>
            <a:endParaRPr lang="en-US" dirty="0"/>
          </a:p>
        </p:txBody>
      </p:sp>
      <p:sp>
        <p:nvSpPr>
          <p:cNvPr id="4" name="Title 4">
            <a:extLst>
              <a:ext uri="{FF2B5EF4-FFF2-40B4-BE49-F238E27FC236}">
                <a16:creationId xmlns:a16="http://schemas.microsoft.com/office/drawing/2014/main" id="{B53A8ED7-B442-B1B8-A867-179339D19763}"/>
              </a:ext>
            </a:extLst>
          </p:cNvPr>
          <p:cNvSpPr txBox="1">
            <a:spLocks/>
          </p:cNvSpPr>
          <p:nvPr/>
        </p:nvSpPr>
        <p:spPr>
          <a:xfrm>
            <a:off x="635406" y="303334"/>
            <a:ext cx="4551363" cy="714375"/>
          </a:xfrm>
          <a:prstGeom prst="rect">
            <a:avLst/>
          </a:prstGeom>
        </p:spPr>
        <p:txBody>
          <a:bodyPr vert="horz" lIns="0" tIns="0" rIns="0" bIns="0" rtlCol="0" anchor="t">
            <a:noAutofit/>
          </a:bodyPr>
          <a:lstStyle>
            <a:lvl1pPr algn="l" defTabSz="685800" rtl="0" eaLnBrk="1" latinLnBrk="0" hangingPunct="1">
              <a:lnSpc>
                <a:spcPct val="100000"/>
              </a:lnSpc>
              <a:spcBef>
                <a:spcPct val="0"/>
              </a:spcBef>
              <a:buNone/>
              <a:defRPr sz="2200" b="1" i="0" kern="1200" baseline="0">
                <a:solidFill>
                  <a:srgbClr val="595555"/>
                </a:solidFill>
                <a:latin typeface="Verdana" panose="020B0604030504040204" pitchFamily="34" charset="0"/>
                <a:ea typeface="Verdana" panose="020B0604030504040204" pitchFamily="34" charset="0"/>
                <a:cs typeface="Verdana" panose="020B0604030504040204" pitchFamily="34" charset="0"/>
              </a:defRPr>
            </a:lvl1pPr>
          </a:lstStyle>
          <a:p>
            <a:r>
              <a:rPr lang="en-US" sz="2400" dirty="0">
                <a:solidFill>
                  <a:schemeClr val="accent1"/>
                </a:solidFill>
              </a:rPr>
              <a:t>Approach</a:t>
            </a:r>
            <a:endParaRPr lang="en-US" sz="2400" b="0" dirty="0">
              <a:solidFill>
                <a:schemeClr val="tx2"/>
              </a:solidFill>
            </a:endParaRPr>
          </a:p>
        </p:txBody>
      </p:sp>
      <p:sp>
        <p:nvSpPr>
          <p:cNvPr id="6" name="TextBox 5">
            <a:extLst>
              <a:ext uri="{FF2B5EF4-FFF2-40B4-BE49-F238E27FC236}">
                <a16:creationId xmlns:a16="http://schemas.microsoft.com/office/drawing/2014/main" id="{9761334E-0B7A-932E-CF0A-0191EA8D3F5F}"/>
              </a:ext>
            </a:extLst>
          </p:cNvPr>
          <p:cNvSpPr txBox="1"/>
          <p:nvPr/>
        </p:nvSpPr>
        <p:spPr>
          <a:xfrm>
            <a:off x="511414" y="1213130"/>
            <a:ext cx="11045179" cy="1384995"/>
          </a:xfrm>
          <a:prstGeom prst="rect">
            <a:avLst/>
          </a:prstGeom>
          <a:noFill/>
        </p:spPr>
        <p:txBody>
          <a:bodyPr wrap="square">
            <a:spAutoFit/>
          </a:bodyPr>
          <a:lstStyle/>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Architecture Pseudocode : </a:t>
            </a:r>
          </a:p>
          <a:p>
            <a:endPar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endParaRP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Get all the Developer Stories in a list containing Title and Description of Stories and store it in Base list “Stories”.</a:t>
            </a: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If Title or Description of Stories contains text in dictionary filter list which contains {API keys, Jenkins Job, Python libraries etc.,} remove those stories from list “Stories”.</a:t>
            </a: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Create all Stories within the list “Stories” in Destination QA Board.</a:t>
            </a:r>
          </a:p>
        </p:txBody>
      </p:sp>
      <p:sp>
        <p:nvSpPr>
          <p:cNvPr id="10" name="TextBox 9">
            <a:extLst>
              <a:ext uri="{FF2B5EF4-FFF2-40B4-BE49-F238E27FC236}">
                <a16:creationId xmlns:a16="http://schemas.microsoft.com/office/drawing/2014/main" id="{1D457ABD-C547-0F33-BA7A-020E5C68106D}"/>
              </a:ext>
            </a:extLst>
          </p:cNvPr>
          <p:cNvSpPr txBox="1"/>
          <p:nvPr/>
        </p:nvSpPr>
        <p:spPr>
          <a:xfrm>
            <a:off x="511413" y="3016881"/>
            <a:ext cx="11045179" cy="954107"/>
          </a:xfrm>
          <a:prstGeom prst="rect">
            <a:avLst/>
          </a:prstGeom>
          <a:noFill/>
        </p:spPr>
        <p:txBody>
          <a:bodyPr wrap="square">
            <a:spAutoFit/>
          </a:bodyPr>
          <a:lstStyle/>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Analyzing AI Work: </a:t>
            </a:r>
          </a:p>
          <a:p>
            <a:endPar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endParaRPr>
          </a:p>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Here AI work is to understand the Title and Description of Stories and remove stories which has mentioned keywords, as stories and description is language based , this is AI component to predict Semantics for the entire operation.</a:t>
            </a:r>
          </a:p>
        </p:txBody>
      </p:sp>
      <p:sp>
        <p:nvSpPr>
          <p:cNvPr id="12" name="TextBox 11">
            <a:extLst>
              <a:ext uri="{FF2B5EF4-FFF2-40B4-BE49-F238E27FC236}">
                <a16:creationId xmlns:a16="http://schemas.microsoft.com/office/drawing/2014/main" id="{EB3B3182-8BD2-C9F2-2A0F-C3488547D032}"/>
              </a:ext>
            </a:extLst>
          </p:cNvPr>
          <p:cNvSpPr txBox="1"/>
          <p:nvPr/>
        </p:nvSpPr>
        <p:spPr>
          <a:xfrm>
            <a:off x="511415" y="4259876"/>
            <a:ext cx="11045179" cy="2031325"/>
          </a:xfrm>
          <a:prstGeom prst="rect">
            <a:avLst/>
          </a:prstGeom>
          <a:noFill/>
        </p:spPr>
        <p:txBody>
          <a:bodyPr wrap="square">
            <a:spAutoFit/>
          </a:bodyPr>
          <a:lstStyle/>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Solution:</a:t>
            </a:r>
          </a:p>
          <a:p>
            <a:endPar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endParaRPr>
          </a:p>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Design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get_stories</a:t>
            </a: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 API which can call the Azure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Devops</a:t>
            </a: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 to get all stories in TOON Format. Design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create_stories</a:t>
            </a: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 API which can create stories I Azure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Devops</a:t>
            </a:r>
            <a:endPar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endParaRPr>
          </a:p>
          <a:p>
            <a:endPar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endParaRP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Design Router agent to call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get_stories</a:t>
            </a: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 from custom MCP to return the list of all stories in TOON format.</a:t>
            </a: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Design Custom Prompt for LLM to get the list and remove the stories from the list containing dictionary keywords and return final stories list.</a:t>
            </a: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Design the Router agent to call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create_stories</a:t>
            </a: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 from Custom MCP to create all the stories from final stories list.</a:t>
            </a:r>
          </a:p>
        </p:txBody>
      </p:sp>
    </p:spTree>
    <p:extLst>
      <p:ext uri="{BB962C8B-B14F-4D97-AF65-F5344CB8AC3E}">
        <p14:creationId xmlns:p14="http://schemas.microsoft.com/office/powerpoint/2010/main" val="2902415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807A0-5125-25CB-EF92-24B0ED280C9D}"/>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B3DE15D2-0C8D-B239-8FDA-8E39692713DC}"/>
              </a:ext>
            </a:extLst>
          </p:cNvPr>
          <p:cNvCxnSpPr/>
          <p:nvPr/>
        </p:nvCxnSpPr>
        <p:spPr>
          <a:xfrm>
            <a:off x="609383" y="3928644"/>
            <a:ext cx="668311"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1B89E73-2442-E034-AEC1-616664B919C6}"/>
              </a:ext>
            </a:extLst>
          </p:cNvPr>
          <p:cNvSpPr txBox="1"/>
          <p:nvPr/>
        </p:nvSpPr>
        <p:spPr>
          <a:xfrm>
            <a:off x="511982" y="2461852"/>
            <a:ext cx="4367025" cy="646331"/>
          </a:xfrm>
          <a:prstGeom prst="rect">
            <a:avLst/>
          </a:prstGeom>
          <a:noFill/>
        </p:spPr>
        <p:txBody>
          <a:bodyPr wrap="square" rtlCol="0">
            <a:spAutoFit/>
          </a:bodyPr>
          <a:lstStyle/>
          <a:p>
            <a:pPr marL="182880" algn="r">
              <a:spcAft>
                <a:spcPts val="1200"/>
              </a:spcAft>
            </a:pPr>
            <a:r>
              <a:rPr lang="en-US" sz="3600" dirty="0">
                <a:solidFill>
                  <a:schemeClr val="bg1"/>
                </a:solidFill>
              </a:rPr>
              <a:t>Peer Review Agent</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95614B42-F987-6475-E439-7AEB2A78570D}"/>
              </a:ext>
            </a:extLst>
          </p:cNvPr>
          <p:cNvSpPr>
            <a:spLocks noGrp="1"/>
          </p:cNvSpPr>
          <p:nvPr>
            <p:ph type="dt" sz="half" idx="10"/>
          </p:nvPr>
        </p:nvSpPr>
        <p:spPr/>
        <p:txBody>
          <a:bodyPr/>
          <a:lstStyle/>
          <a:p>
            <a:fld id="{CE6FA55F-D110-D248-8991-76921AF021F3}" type="datetime4">
              <a:rPr lang="en-US" smtClean="0"/>
              <a:t>August 8, 2026</a:t>
            </a:fld>
            <a:endParaRPr lang="en-US" dirty="0"/>
          </a:p>
        </p:txBody>
      </p:sp>
    </p:spTree>
    <p:extLst>
      <p:ext uri="{BB962C8B-B14F-4D97-AF65-F5344CB8AC3E}">
        <p14:creationId xmlns:p14="http://schemas.microsoft.com/office/powerpoint/2010/main" val="3816065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D689C-48A3-5431-CE33-BB4A6A05501C}"/>
            </a:ext>
          </a:extLst>
        </p:cNvPr>
        <p:cNvGrpSpPr/>
        <p:nvPr/>
      </p:nvGrpSpPr>
      <p:grpSpPr>
        <a:xfrm>
          <a:off x="0" y="0"/>
          <a:ext cx="0" cy="0"/>
          <a:chOff x="0" y="0"/>
          <a:chExt cx="0" cy="0"/>
        </a:xfrm>
      </p:grpSpPr>
      <p:sp>
        <p:nvSpPr>
          <p:cNvPr id="6" name="Date Placeholder 2">
            <a:extLst>
              <a:ext uri="{FF2B5EF4-FFF2-40B4-BE49-F238E27FC236}">
                <a16:creationId xmlns:a16="http://schemas.microsoft.com/office/drawing/2014/main" id="{791B90F0-E216-C45C-8958-64E361676ACF}"/>
              </a:ext>
            </a:extLst>
          </p:cNvPr>
          <p:cNvSpPr>
            <a:spLocks noGrp="1"/>
          </p:cNvSpPr>
          <p:nvPr>
            <p:ph type="dt" sz="half" idx="10"/>
          </p:nvPr>
        </p:nvSpPr>
        <p:spPr/>
        <p:txBody>
          <a:bodyPr/>
          <a:lstStyle/>
          <a:p>
            <a:fld id="{A3BE4766-2D36-894E-8AAD-B5D1EB5B1385}" type="datetime4">
              <a:rPr lang="en-US" smtClean="0"/>
              <a:t>August 8, 2026</a:t>
            </a:fld>
            <a:endParaRPr lang="en-US" dirty="0"/>
          </a:p>
        </p:txBody>
      </p:sp>
      <p:sp>
        <p:nvSpPr>
          <p:cNvPr id="4" name="Slide Number Placeholder 3">
            <a:extLst>
              <a:ext uri="{FF2B5EF4-FFF2-40B4-BE49-F238E27FC236}">
                <a16:creationId xmlns:a16="http://schemas.microsoft.com/office/drawing/2014/main" id="{235A4378-7B6F-EB1B-625E-7259F705301A}"/>
              </a:ext>
            </a:extLst>
          </p:cNvPr>
          <p:cNvSpPr>
            <a:spLocks noGrp="1"/>
          </p:cNvSpPr>
          <p:nvPr>
            <p:ph type="sldNum" sz="quarter" idx="4"/>
          </p:nvPr>
        </p:nvSpPr>
        <p:spPr>
          <a:prstGeom prst="rect">
            <a:avLst/>
          </a:prstGeom>
        </p:spPr>
        <p:txBody>
          <a:bodyPr/>
          <a:lstStyle/>
          <a:p>
            <a:fld id="{4FA92F45-BA5D-4C7A-ACC7-D44B34072B97}" type="slidenum">
              <a:rPr lang="en-US" smtClean="0"/>
              <a:t>18</a:t>
            </a:fld>
            <a:endParaRPr lang="en-US" dirty="0"/>
          </a:p>
        </p:txBody>
      </p:sp>
      <p:sp>
        <p:nvSpPr>
          <p:cNvPr id="5" name="Title 4">
            <a:extLst>
              <a:ext uri="{FF2B5EF4-FFF2-40B4-BE49-F238E27FC236}">
                <a16:creationId xmlns:a16="http://schemas.microsoft.com/office/drawing/2014/main" id="{3C7D09CC-59C8-30D9-C6B4-40F0FB3663EB}"/>
              </a:ext>
            </a:extLst>
          </p:cNvPr>
          <p:cNvSpPr>
            <a:spLocks noGrp="1"/>
          </p:cNvSpPr>
          <p:nvPr>
            <p:ph type="title" idx="4294967295"/>
          </p:nvPr>
        </p:nvSpPr>
        <p:spPr>
          <a:xfrm>
            <a:off x="635406" y="630124"/>
            <a:ext cx="4551363" cy="714375"/>
          </a:xfrm>
        </p:spPr>
        <p:txBody>
          <a:bodyPr/>
          <a:lstStyle/>
          <a:p>
            <a:r>
              <a:rPr lang="en-US" sz="2400" dirty="0">
                <a:solidFill>
                  <a:schemeClr val="accent1"/>
                </a:solidFill>
              </a:rPr>
              <a:t>Use Case3</a:t>
            </a:r>
            <a:endParaRPr lang="en-US" sz="2400" b="0" dirty="0">
              <a:solidFill>
                <a:schemeClr val="tx2"/>
              </a:solidFill>
            </a:endParaRPr>
          </a:p>
        </p:txBody>
      </p:sp>
      <p:sp>
        <p:nvSpPr>
          <p:cNvPr id="8" name="TextBox 7">
            <a:extLst>
              <a:ext uri="{FF2B5EF4-FFF2-40B4-BE49-F238E27FC236}">
                <a16:creationId xmlns:a16="http://schemas.microsoft.com/office/drawing/2014/main" id="{F9927C76-FDC7-E2ED-B934-4253C198AD29}"/>
              </a:ext>
            </a:extLst>
          </p:cNvPr>
          <p:cNvSpPr txBox="1"/>
          <p:nvPr/>
        </p:nvSpPr>
        <p:spPr>
          <a:xfrm>
            <a:off x="511414" y="1548175"/>
            <a:ext cx="11045179" cy="1138773"/>
          </a:xfrm>
          <a:prstGeom prst="rect">
            <a:avLst/>
          </a:prstGeom>
          <a:noFill/>
        </p:spPr>
        <p:txBody>
          <a:bodyPr wrap="square">
            <a:spAutoFit/>
          </a:bodyPr>
          <a:lstStyle/>
          <a:p>
            <a:r>
              <a:rPr lang="en-US" dirty="0">
                <a:solidFill>
                  <a:schemeClr val="tx2"/>
                </a:solidFill>
                <a:latin typeface="Verdana" panose="020B0604030504040204" pitchFamily="34" charset="0"/>
                <a:ea typeface="Verdana" panose="020B0604030504040204" pitchFamily="34" charset="0"/>
                <a:cs typeface="Verdana" panose="020B0604030504040204" pitchFamily="34" charset="0"/>
              </a:rPr>
              <a:t>Goal of Peer Review Agent here is to Analyze a Pull Request and suggest Recommendation back to User for improvement. </a:t>
            </a:r>
          </a:p>
          <a:p>
            <a:endParaRPr lang="en-US" dirty="0">
              <a:solidFill>
                <a:schemeClr val="tx2"/>
              </a:solidFill>
              <a:latin typeface="Verdana" panose="020B0604030504040204" pitchFamily="34" charset="0"/>
              <a:ea typeface="Verdana" panose="020B0604030504040204" pitchFamily="34" charset="0"/>
              <a:cs typeface="Verdana" panose="020B0604030504040204" pitchFamily="34" charset="0"/>
            </a:endParaRPr>
          </a:p>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For Example: Developer might have created new method instead of reusing existing method which already exists</a:t>
            </a:r>
          </a:p>
        </p:txBody>
      </p:sp>
      <p:pic>
        <p:nvPicPr>
          <p:cNvPr id="63" name="Picture 62" descr="A person wearing a vest and tie pointing at a sign&#10;&#10;Description automatically generated">
            <a:extLst>
              <a:ext uri="{FF2B5EF4-FFF2-40B4-BE49-F238E27FC236}">
                <a16:creationId xmlns:a16="http://schemas.microsoft.com/office/drawing/2014/main" id="{1DC42A86-4506-E863-29DE-0AA75FC9B50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0819" y="5053342"/>
            <a:ext cx="1124626" cy="2161515"/>
          </a:xfrm>
          <a:prstGeom prst="rect">
            <a:avLst/>
          </a:prstGeom>
        </p:spPr>
      </p:pic>
    </p:spTree>
    <p:extLst>
      <p:ext uri="{BB962C8B-B14F-4D97-AF65-F5344CB8AC3E}">
        <p14:creationId xmlns:p14="http://schemas.microsoft.com/office/powerpoint/2010/main" val="2218148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675FB-CBC8-1030-4CC8-58877A91836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5ED08E4-8D84-F2E8-014E-7CF82B90D7EB}"/>
              </a:ext>
            </a:extLst>
          </p:cNvPr>
          <p:cNvSpPr>
            <a:spLocks noGrp="1"/>
          </p:cNvSpPr>
          <p:nvPr>
            <p:ph type="dt" sz="half" idx="10"/>
          </p:nvPr>
        </p:nvSpPr>
        <p:spPr/>
        <p:txBody>
          <a:bodyPr/>
          <a:lstStyle/>
          <a:p>
            <a:fld id="{DDC67203-A1A2-114F-B5AE-1771E558E9DE}" type="datetime4">
              <a:rPr lang="en-US" smtClean="0"/>
              <a:t>August 8, 2026</a:t>
            </a:fld>
            <a:endParaRPr lang="en-US" dirty="0"/>
          </a:p>
        </p:txBody>
      </p:sp>
      <p:sp>
        <p:nvSpPr>
          <p:cNvPr id="3" name="Slide Number Placeholder 2">
            <a:extLst>
              <a:ext uri="{FF2B5EF4-FFF2-40B4-BE49-F238E27FC236}">
                <a16:creationId xmlns:a16="http://schemas.microsoft.com/office/drawing/2014/main" id="{32C23E65-DDB4-CBBB-F63D-DE3042C27C16}"/>
              </a:ext>
            </a:extLst>
          </p:cNvPr>
          <p:cNvSpPr>
            <a:spLocks noGrp="1"/>
          </p:cNvSpPr>
          <p:nvPr>
            <p:ph type="sldNum" sz="quarter" idx="4"/>
          </p:nvPr>
        </p:nvSpPr>
        <p:spPr/>
        <p:txBody>
          <a:bodyPr/>
          <a:lstStyle/>
          <a:p>
            <a:fld id="{4FA92F45-BA5D-4C7A-ACC7-D44B34072B97}" type="slidenum">
              <a:rPr lang="en-US" smtClean="0"/>
              <a:pPr/>
              <a:t>19</a:t>
            </a:fld>
            <a:endParaRPr lang="en-US" dirty="0"/>
          </a:p>
        </p:txBody>
      </p:sp>
      <p:sp>
        <p:nvSpPr>
          <p:cNvPr id="4" name="Title 4">
            <a:extLst>
              <a:ext uri="{FF2B5EF4-FFF2-40B4-BE49-F238E27FC236}">
                <a16:creationId xmlns:a16="http://schemas.microsoft.com/office/drawing/2014/main" id="{1E17A111-715C-869D-3CC7-5CFA8FCDA6DF}"/>
              </a:ext>
            </a:extLst>
          </p:cNvPr>
          <p:cNvSpPr txBox="1">
            <a:spLocks/>
          </p:cNvSpPr>
          <p:nvPr/>
        </p:nvSpPr>
        <p:spPr>
          <a:xfrm>
            <a:off x="635406" y="303334"/>
            <a:ext cx="4551363" cy="714375"/>
          </a:xfrm>
          <a:prstGeom prst="rect">
            <a:avLst/>
          </a:prstGeom>
        </p:spPr>
        <p:txBody>
          <a:bodyPr vert="horz" lIns="0" tIns="0" rIns="0" bIns="0" rtlCol="0" anchor="t">
            <a:noAutofit/>
          </a:bodyPr>
          <a:lstStyle>
            <a:lvl1pPr algn="l" defTabSz="685800" rtl="0" eaLnBrk="1" latinLnBrk="0" hangingPunct="1">
              <a:lnSpc>
                <a:spcPct val="100000"/>
              </a:lnSpc>
              <a:spcBef>
                <a:spcPct val="0"/>
              </a:spcBef>
              <a:buNone/>
              <a:defRPr sz="2200" b="1" i="0" kern="1200" baseline="0">
                <a:solidFill>
                  <a:srgbClr val="595555"/>
                </a:solidFill>
                <a:latin typeface="Verdana" panose="020B0604030504040204" pitchFamily="34" charset="0"/>
                <a:ea typeface="Verdana" panose="020B0604030504040204" pitchFamily="34" charset="0"/>
                <a:cs typeface="Verdana" panose="020B0604030504040204" pitchFamily="34" charset="0"/>
              </a:defRPr>
            </a:lvl1pPr>
          </a:lstStyle>
          <a:p>
            <a:r>
              <a:rPr lang="en-US" sz="2400" dirty="0">
                <a:solidFill>
                  <a:schemeClr val="accent1"/>
                </a:solidFill>
              </a:rPr>
              <a:t>Approach</a:t>
            </a:r>
            <a:endParaRPr lang="en-US" sz="2400" b="0" dirty="0">
              <a:solidFill>
                <a:schemeClr val="tx2"/>
              </a:solidFill>
            </a:endParaRPr>
          </a:p>
        </p:txBody>
      </p:sp>
      <p:sp>
        <p:nvSpPr>
          <p:cNvPr id="6" name="TextBox 5">
            <a:extLst>
              <a:ext uri="{FF2B5EF4-FFF2-40B4-BE49-F238E27FC236}">
                <a16:creationId xmlns:a16="http://schemas.microsoft.com/office/drawing/2014/main" id="{71C85DA6-2D8A-4E74-60DF-53BAB260DEA5}"/>
              </a:ext>
            </a:extLst>
          </p:cNvPr>
          <p:cNvSpPr txBox="1"/>
          <p:nvPr/>
        </p:nvSpPr>
        <p:spPr>
          <a:xfrm>
            <a:off x="511414" y="1213130"/>
            <a:ext cx="11045179" cy="1384995"/>
          </a:xfrm>
          <a:prstGeom prst="rect">
            <a:avLst/>
          </a:prstGeom>
          <a:noFill/>
        </p:spPr>
        <p:txBody>
          <a:bodyPr wrap="square">
            <a:spAutoFit/>
          </a:bodyPr>
          <a:lstStyle/>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Architecture Pseudocode : </a:t>
            </a:r>
          </a:p>
          <a:p>
            <a:endPar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endParaRP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Understand the Requirement for which development work is done and get all the development components.</a:t>
            </a: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Based on each developed components create a base development code which aligns with standards and best practices of the framework.</a:t>
            </a: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Compare the base development code with actual developed code and provide recommendations if any.</a:t>
            </a:r>
          </a:p>
        </p:txBody>
      </p:sp>
      <p:sp>
        <p:nvSpPr>
          <p:cNvPr id="10" name="TextBox 9">
            <a:extLst>
              <a:ext uri="{FF2B5EF4-FFF2-40B4-BE49-F238E27FC236}">
                <a16:creationId xmlns:a16="http://schemas.microsoft.com/office/drawing/2014/main" id="{841F816F-50E6-046A-CE74-29C14B488607}"/>
              </a:ext>
            </a:extLst>
          </p:cNvPr>
          <p:cNvSpPr txBox="1"/>
          <p:nvPr/>
        </p:nvSpPr>
        <p:spPr>
          <a:xfrm>
            <a:off x="511413" y="3016881"/>
            <a:ext cx="11045179" cy="954107"/>
          </a:xfrm>
          <a:prstGeom prst="rect">
            <a:avLst/>
          </a:prstGeom>
          <a:noFill/>
        </p:spPr>
        <p:txBody>
          <a:bodyPr wrap="square">
            <a:spAutoFit/>
          </a:bodyPr>
          <a:lstStyle/>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Analyzing AI Work: </a:t>
            </a:r>
          </a:p>
          <a:p>
            <a:endPar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endParaRPr>
          </a:p>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Here AI work is developing base development code aligning with best practices and compare that against developed code to suggest recommendations</a:t>
            </a:r>
          </a:p>
        </p:txBody>
      </p:sp>
      <p:sp>
        <p:nvSpPr>
          <p:cNvPr id="12" name="TextBox 11">
            <a:extLst>
              <a:ext uri="{FF2B5EF4-FFF2-40B4-BE49-F238E27FC236}">
                <a16:creationId xmlns:a16="http://schemas.microsoft.com/office/drawing/2014/main" id="{6219AD82-E959-CC31-8ADD-C5D251DDDB5D}"/>
              </a:ext>
            </a:extLst>
          </p:cNvPr>
          <p:cNvSpPr txBox="1"/>
          <p:nvPr/>
        </p:nvSpPr>
        <p:spPr>
          <a:xfrm>
            <a:off x="511415" y="4259876"/>
            <a:ext cx="11045179" cy="2246769"/>
          </a:xfrm>
          <a:prstGeom prst="rect">
            <a:avLst/>
          </a:prstGeom>
          <a:noFill/>
        </p:spPr>
        <p:txBody>
          <a:bodyPr wrap="square">
            <a:spAutoFit/>
          </a:bodyPr>
          <a:lstStyle/>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Solution:</a:t>
            </a:r>
          </a:p>
          <a:p>
            <a:endPar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endParaRPr>
          </a:p>
          <a:p>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Design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get_pr_content</a:t>
            </a: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 API which can call the Azure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Devops</a:t>
            </a: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 to PR content and Design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get_stories_content</a:t>
            </a: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 to get the Requirement from Azure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Devops</a:t>
            </a: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 Design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add_comment</a:t>
            </a: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 API add comment to that PR.</a:t>
            </a:r>
          </a:p>
          <a:p>
            <a:endPar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endParaRP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Design Router agent to call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get_pr_content</a:t>
            </a: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 and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get_stories”content</a:t>
            </a: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 and leverage context engineering to refer the right existing code snippets and best practices for those based on requirements</a:t>
            </a: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Design Custom Prompt for LLM to develop base code aligning with best practices and compare that with developed code to give review comments</a:t>
            </a:r>
          </a:p>
          <a:p>
            <a:pPr marL="342900" indent="-342900">
              <a:buAutoNum type="arabicParenR"/>
            </a:pP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Design the Router agent to call “</a:t>
            </a:r>
            <a:r>
              <a:rPr lang="en-US" sz="1400" dirty="0" err="1">
                <a:solidFill>
                  <a:schemeClr val="tx2"/>
                </a:solidFill>
                <a:latin typeface="Verdana" panose="020B0604030504040204" pitchFamily="34" charset="0"/>
                <a:ea typeface="Verdana" panose="020B0604030504040204" pitchFamily="34" charset="0"/>
                <a:cs typeface="Verdana" panose="020B0604030504040204" pitchFamily="34" charset="0"/>
              </a:rPr>
              <a:t>add_comment</a:t>
            </a:r>
            <a:r>
              <a:rPr lang="en-US" sz="1400" dirty="0">
                <a:solidFill>
                  <a:schemeClr val="tx2"/>
                </a:solidFill>
                <a:latin typeface="Verdana" panose="020B0604030504040204" pitchFamily="34" charset="0"/>
                <a:ea typeface="Verdana" panose="020B0604030504040204" pitchFamily="34" charset="0"/>
                <a:cs typeface="Verdana" panose="020B0604030504040204" pitchFamily="34" charset="0"/>
              </a:rPr>
              <a:t>” from Custom MCP to suggested comment to PR.</a:t>
            </a:r>
          </a:p>
        </p:txBody>
      </p:sp>
    </p:spTree>
    <p:extLst>
      <p:ext uri="{BB962C8B-B14F-4D97-AF65-F5344CB8AC3E}">
        <p14:creationId xmlns:p14="http://schemas.microsoft.com/office/powerpoint/2010/main" val="440889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B13702-958A-4F0D-204B-348B6E451362}"/>
              </a:ext>
            </a:extLst>
          </p:cNvPr>
          <p:cNvSpPr>
            <a:spLocks noGrp="1"/>
          </p:cNvSpPr>
          <p:nvPr>
            <p:ph type="dt" sz="half" idx="10"/>
          </p:nvPr>
        </p:nvSpPr>
        <p:spPr/>
        <p:txBody>
          <a:bodyPr/>
          <a:lstStyle/>
          <a:p>
            <a:fld id="{DDC67203-A1A2-114F-B5AE-1771E558E9DE}" type="datetime4">
              <a:rPr lang="en-US" smtClean="0"/>
              <a:t>August 8, 2026</a:t>
            </a:fld>
            <a:endParaRPr lang="en-US" dirty="0"/>
          </a:p>
        </p:txBody>
      </p:sp>
      <p:sp>
        <p:nvSpPr>
          <p:cNvPr id="3" name="Slide Number Placeholder 2">
            <a:extLst>
              <a:ext uri="{FF2B5EF4-FFF2-40B4-BE49-F238E27FC236}">
                <a16:creationId xmlns:a16="http://schemas.microsoft.com/office/drawing/2014/main" id="{30480A2E-3823-BA7D-63C7-C0E154F69335}"/>
              </a:ext>
            </a:extLst>
          </p:cNvPr>
          <p:cNvSpPr>
            <a:spLocks noGrp="1"/>
          </p:cNvSpPr>
          <p:nvPr>
            <p:ph type="sldNum" sz="quarter" idx="4"/>
          </p:nvPr>
        </p:nvSpPr>
        <p:spPr/>
        <p:txBody>
          <a:bodyPr/>
          <a:lstStyle/>
          <a:p>
            <a:fld id="{4FA92F45-BA5D-4C7A-ACC7-D44B34072B97}" type="slidenum">
              <a:rPr lang="en-US" smtClean="0"/>
              <a:pPr/>
              <a:t>20</a:t>
            </a:fld>
            <a:endParaRPr lang="en-US" dirty="0"/>
          </a:p>
        </p:txBody>
      </p:sp>
      <p:pic>
        <p:nvPicPr>
          <p:cNvPr id="9" name="Picture 8" descr="A brown delivery truck on the street&#10;&#10;Description automatically generated">
            <a:extLst>
              <a:ext uri="{FF2B5EF4-FFF2-40B4-BE49-F238E27FC236}">
                <a16:creationId xmlns:a16="http://schemas.microsoft.com/office/drawing/2014/main" id="{09332F6D-EB3D-94B8-6854-6993A9AFCA19}"/>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3467100"/>
            <a:ext cx="6088006" cy="4058671"/>
          </a:xfrm>
          <a:prstGeom prst="rect">
            <a:avLst/>
          </a:prstGeom>
        </p:spPr>
      </p:pic>
      <p:pic>
        <p:nvPicPr>
          <p:cNvPr id="11" name="Picture 10" descr="A person pushing a cart with boxes&#10;&#10;Description automatically generated">
            <a:extLst>
              <a:ext uri="{FF2B5EF4-FFF2-40B4-BE49-F238E27FC236}">
                <a16:creationId xmlns:a16="http://schemas.microsoft.com/office/drawing/2014/main" id="{4F1DC2D6-4166-BB9A-4991-7999749C012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096000" y="3467100"/>
            <a:ext cx="6103994" cy="4070364"/>
          </a:xfrm>
          <a:prstGeom prst="rect">
            <a:avLst/>
          </a:prstGeom>
        </p:spPr>
      </p:pic>
      <p:sp>
        <p:nvSpPr>
          <p:cNvPr id="6" name="TextBox 5">
            <a:extLst>
              <a:ext uri="{FF2B5EF4-FFF2-40B4-BE49-F238E27FC236}">
                <a16:creationId xmlns:a16="http://schemas.microsoft.com/office/drawing/2014/main" id="{EF04EDA6-FAB3-8B64-ABF5-7FCAC30A1E02}"/>
              </a:ext>
            </a:extLst>
          </p:cNvPr>
          <p:cNvSpPr txBox="1"/>
          <p:nvPr/>
        </p:nvSpPr>
        <p:spPr>
          <a:xfrm>
            <a:off x="511414" y="1548175"/>
            <a:ext cx="11045179" cy="769441"/>
          </a:xfrm>
          <a:prstGeom prst="rect">
            <a:avLst/>
          </a:prstGeom>
          <a:noFill/>
        </p:spPr>
        <p:txBody>
          <a:bodyPr wrap="square">
            <a:spAutoFit/>
          </a:bodyPr>
          <a:lstStyle/>
          <a:p>
            <a:pPr algn="ctr"/>
            <a:r>
              <a:rPr lang="en-US" sz="4400" dirty="0">
                <a:solidFill>
                  <a:schemeClr val="tx2"/>
                </a:solidFill>
                <a:latin typeface="Verdana" panose="020B0604030504040204" pitchFamily="34" charset="0"/>
                <a:ea typeface="Verdana" panose="020B0604030504040204" pitchFamily="34" charset="0"/>
                <a:cs typeface="Verdana" panose="020B0604030504040204" pitchFamily="34" charset="0"/>
              </a:rPr>
              <a:t>THANK YOU!</a:t>
            </a:r>
          </a:p>
        </p:txBody>
      </p:sp>
    </p:spTree>
    <p:extLst>
      <p:ext uri="{BB962C8B-B14F-4D97-AF65-F5344CB8AC3E}">
        <p14:creationId xmlns:p14="http://schemas.microsoft.com/office/powerpoint/2010/main" val="23025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lide Master">
  <a:themeElements>
    <a:clrScheme name="2024 UPS Colors 1">
      <a:dk1>
        <a:srgbClr val="000000"/>
      </a:dk1>
      <a:lt1>
        <a:srgbClr val="FFFFFF"/>
      </a:lt1>
      <a:dk2>
        <a:srgbClr val="58595B"/>
      </a:dk2>
      <a:lt2>
        <a:srgbClr val="DFDBD7"/>
      </a:lt2>
      <a:accent1>
        <a:srgbClr val="330000"/>
      </a:accent1>
      <a:accent2>
        <a:srgbClr val="00857D"/>
      </a:accent2>
      <a:accent3>
        <a:srgbClr val="FFBE00"/>
      </a:accent3>
      <a:accent4>
        <a:srgbClr val="613413"/>
      </a:accent4>
      <a:accent5>
        <a:srgbClr val="1966B1"/>
      </a:accent5>
      <a:accent6>
        <a:srgbClr val="6CA341"/>
      </a:accent6>
      <a:hlink>
        <a:srgbClr val="1966B1"/>
      </a:hlink>
      <a:folHlink>
        <a:srgbClr val="00857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UPS_PrimaryPPT_Template_050626" id="{C70BDED6-8A15-0C42-909C-2CB984CBA442}" vid="{69A28F0F-8776-A94A-80D4-9B8F39FA8FE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6E7F78E81FC4244B025B1ACC255BA46" ma:contentTypeVersion="3" ma:contentTypeDescription="Create a new document." ma:contentTypeScope="" ma:versionID="7f860953c0a25c3d95318c869f56bea9">
  <xsd:schema xmlns:xsd="http://www.w3.org/2001/XMLSchema" xmlns:xs="http://www.w3.org/2001/XMLSchema" xmlns:p="http://schemas.microsoft.com/office/2006/metadata/properties" xmlns:ns2="6b523084-d717-44f8-aafd-3b2b30207941" targetNamespace="http://schemas.microsoft.com/office/2006/metadata/properties" ma:root="true" ma:fieldsID="025b72523966e7ac214f073b8fb39f27" ns2:_="">
    <xsd:import namespace="6b523084-d717-44f8-aafd-3b2b3020794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523084-d717-44f8-aafd-3b2b302079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4D0C701-5A7F-43A4-9DFF-74A5BA4A4776}">
  <ds:schemaRefs>
    <ds:schemaRef ds:uri="http://schemas.microsoft.com/sharepoint/v3/contenttype/forms"/>
  </ds:schemaRefs>
</ds:datastoreItem>
</file>

<file path=customXml/itemProps2.xml><?xml version="1.0" encoding="utf-8"?>
<ds:datastoreItem xmlns:ds="http://schemas.openxmlformats.org/officeDocument/2006/customXml" ds:itemID="{124F7A3A-2128-4B04-A68D-29FE14CC49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523084-d717-44f8-aafd-3b2b302079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FC6ED3E-94DD-47E0-909C-7B8FD543FC5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UPS_PrimaryPPT_Template_050626</Template>
  <TotalTime>68</TotalTime>
  <Words>1783</Words>
  <Application>Microsoft Office PowerPoint</Application>
  <PresentationFormat>Widescreen</PresentationFormat>
  <Paragraphs>168</Paragraphs>
  <Slides>20</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vt:lpstr>
      <vt:lpstr>Courier New</vt:lpstr>
      <vt:lpstr>Fira Sans Light</vt:lpstr>
      <vt:lpstr>Times New Roman</vt:lpstr>
      <vt:lpstr>Verdana</vt:lpstr>
      <vt:lpstr>Wingdings</vt:lpstr>
      <vt:lpstr>Slide Master</vt:lpstr>
      <vt:lpstr>PowerPoint Presentation</vt:lpstr>
      <vt:lpstr>PowerPoint Presentation</vt:lpstr>
      <vt:lpstr>PowerPoint Presentation</vt:lpstr>
      <vt:lpstr>Key Points to Remember</vt:lpstr>
      <vt:lpstr>PowerPoint Presentation</vt:lpstr>
      <vt:lpstr>Key Points to Remember</vt:lpstr>
      <vt:lpstr>PowerPoint Presentation</vt:lpstr>
      <vt:lpstr>Key Points to Remember</vt:lpstr>
      <vt:lpstr>Thought Process</vt:lpstr>
      <vt:lpstr>PowerPoint Presentation</vt:lpstr>
      <vt:lpstr>PowerPoint Presentation</vt:lpstr>
      <vt:lpstr>Use Case1</vt:lpstr>
      <vt:lpstr>PowerPoint Presentation</vt:lpstr>
      <vt:lpstr>PowerPoint Presentation</vt:lpstr>
      <vt:lpstr>Use Case2</vt:lpstr>
      <vt:lpstr>PowerPoint Presentation</vt:lpstr>
      <vt:lpstr>PowerPoint Presentation</vt:lpstr>
      <vt:lpstr>Use Case3</vt:lpstr>
      <vt:lpstr>PowerPoint Presentation</vt:lpstr>
      <vt:lpstr>PowerPoint Presentation</vt:lpstr>
    </vt:vector>
  </TitlesOfParts>
  <Manager/>
  <Company>United Parcel Service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UPS PowerPoint Template</dc:subject>
  <dc:creator>Shriram Sharma Krishnan</dc:creator>
  <cp:keywords/>
  <dc:description/>
  <cp:lastModifiedBy>Shriram Sharma Krishnan</cp:lastModifiedBy>
  <cp:revision>1</cp:revision>
  <dcterms:created xsi:type="dcterms:W3CDTF">2026-08-07T10:04:58Z</dcterms:created>
  <dcterms:modified xsi:type="dcterms:W3CDTF">2026-08-08T03:49:23Z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ecd8ab5-5795-469a-8c51-9f21ba29bce6_Enabled">
    <vt:lpwstr>true</vt:lpwstr>
  </property>
  <property fmtid="{D5CDD505-2E9C-101B-9397-08002B2CF9AE}" pid="3" name="MSIP_Label_becd8ab5-5795-469a-8c51-9f21ba29bce6_SetDate">
    <vt:lpwstr>2025-11-07T16:21:13Z</vt:lpwstr>
  </property>
  <property fmtid="{D5CDD505-2E9C-101B-9397-08002B2CF9AE}" pid="4" name="MSIP_Label_becd8ab5-5795-469a-8c51-9f21ba29bce6_Method">
    <vt:lpwstr>Standard</vt:lpwstr>
  </property>
  <property fmtid="{D5CDD505-2E9C-101B-9397-08002B2CF9AE}" pid="5" name="MSIP_Label_becd8ab5-5795-469a-8c51-9f21ba29bce6_Name">
    <vt:lpwstr>GENERAL</vt:lpwstr>
  </property>
  <property fmtid="{D5CDD505-2E9C-101B-9397-08002B2CF9AE}" pid="6" name="MSIP_Label_becd8ab5-5795-469a-8c51-9f21ba29bce6_SiteId">
    <vt:lpwstr>e7520e4d-d5a0-488d-9e9f-949faae7dce8</vt:lpwstr>
  </property>
  <property fmtid="{D5CDD505-2E9C-101B-9397-08002B2CF9AE}" pid="7" name="MSIP_Label_becd8ab5-5795-469a-8c51-9f21ba29bce6_ActionId">
    <vt:lpwstr>4f365144-d92a-4ced-8e19-557ada20d3a9</vt:lpwstr>
  </property>
  <property fmtid="{D5CDD505-2E9C-101B-9397-08002B2CF9AE}" pid="8" name="MSIP_Label_becd8ab5-5795-469a-8c51-9f21ba29bce6_ContentBits">
    <vt:lpwstr>0</vt:lpwstr>
  </property>
  <property fmtid="{D5CDD505-2E9C-101B-9397-08002B2CF9AE}" pid="9" name="MSIP_Label_becd8ab5-5795-469a-8c51-9f21ba29bce6_Tag">
    <vt:lpwstr>50, 3, 0, 1</vt:lpwstr>
  </property>
  <property fmtid="{D5CDD505-2E9C-101B-9397-08002B2CF9AE}" pid="10" name="ContentTypeId">
    <vt:lpwstr>0x01010006E7F78E81FC4244B025B1ACC255BA46</vt:lpwstr>
  </property>
</Properties>
</file>