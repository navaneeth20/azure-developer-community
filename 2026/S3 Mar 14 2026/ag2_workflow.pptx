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382" r:id="rId2"/>
    <p:sldId id="264" r:id="rId3"/>
    <p:sldId id="263" r:id="rId4"/>
    <p:sldId id="265" r:id="rId5"/>
    <p:sldId id="266" r:id="rId6"/>
    <p:sldId id="267" r:id="rId7"/>
    <p:sldId id="330" r:id="rId8"/>
    <p:sldId id="325" r:id="rId9"/>
    <p:sldId id="328" r:id="rId10"/>
    <p:sldId id="333" r:id="rId11"/>
    <p:sldId id="331" r:id="rId12"/>
    <p:sldId id="332" r:id="rId13"/>
    <p:sldId id="256" r:id="rId14"/>
    <p:sldId id="334" r:id="rId15"/>
    <p:sldId id="335" r:id="rId16"/>
    <p:sldId id="336" r:id="rId17"/>
    <p:sldId id="337" r:id="rId18"/>
    <p:sldId id="43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F70932-6541-435B-8E57-B70B5A206C33}" v="45" dt="2026-03-14T03:31:18.0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kash Dhakshnamoorthy" userId="b75e609f-f598-4aa8-b248-2dd33704270f" providerId="ADAL" clId="{C855EE3A-1F7C-4810-A8FE-3E00FDC9F0B1}"/>
    <pc:docChg chg="undo custSel addSld delSld modSld sldOrd">
      <pc:chgData name="Aakash Dhakshnamoorthy" userId="b75e609f-f598-4aa8-b248-2dd33704270f" providerId="ADAL" clId="{C855EE3A-1F7C-4810-A8FE-3E00FDC9F0B1}" dt="2026-03-14T03:32:07.587" v="366" actId="20577"/>
      <pc:docMkLst>
        <pc:docMk/>
      </pc:docMkLst>
      <pc:sldChg chg="modSp add del mod setBg">
        <pc:chgData name="Aakash Dhakshnamoorthy" userId="b75e609f-f598-4aa8-b248-2dd33704270f" providerId="ADAL" clId="{C855EE3A-1F7C-4810-A8FE-3E00FDC9F0B1}" dt="2026-03-14T03:05:34.024" v="223" actId="1076"/>
        <pc:sldMkLst>
          <pc:docMk/>
          <pc:sldMk cId="0" sldId="256"/>
        </pc:sldMkLst>
        <pc:spChg chg="mod">
          <ac:chgData name="Aakash Dhakshnamoorthy" userId="b75e609f-f598-4aa8-b248-2dd33704270f" providerId="ADAL" clId="{C855EE3A-1F7C-4810-A8FE-3E00FDC9F0B1}" dt="2026-03-14T03:05:34.024" v="223" actId="1076"/>
          <ac:spMkLst>
            <pc:docMk/>
            <pc:sldMk cId="0" sldId="256"/>
            <ac:spMk id="3" creationId="{00000000-0000-0000-0000-000000000000}"/>
          </ac:spMkLst>
        </pc:spChg>
      </pc:sldChg>
      <pc:sldChg chg="delSp modSp del mod">
        <pc:chgData name="Aakash Dhakshnamoorthy" userId="b75e609f-f598-4aa8-b248-2dd33704270f" providerId="ADAL" clId="{C855EE3A-1F7C-4810-A8FE-3E00FDC9F0B1}" dt="2026-03-14T03:10:37.187" v="299" actId="47"/>
        <pc:sldMkLst>
          <pc:docMk/>
          <pc:sldMk cId="0" sldId="257"/>
        </pc:sldMkLst>
        <pc:spChg chg="del mod">
          <ac:chgData name="Aakash Dhakshnamoorthy" userId="b75e609f-f598-4aa8-b248-2dd33704270f" providerId="ADAL" clId="{C855EE3A-1F7C-4810-A8FE-3E00FDC9F0B1}" dt="2026-03-14T02:09:45.540" v="1" actId="478"/>
          <ac:spMkLst>
            <pc:docMk/>
            <pc:sldMk cId="0" sldId="257"/>
            <ac:spMk id="5" creationId="{00000000-0000-0000-0000-000000000000}"/>
          </ac:spMkLst>
        </pc:spChg>
      </pc:sldChg>
      <pc:sldChg chg="delSp del mod">
        <pc:chgData name="Aakash Dhakshnamoorthy" userId="b75e609f-f598-4aa8-b248-2dd33704270f" providerId="ADAL" clId="{C855EE3A-1F7C-4810-A8FE-3E00FDC9F0B1}" dt="2026-03-14T03:10:37.187" v="299" actId="47"/>
        <pc:sldMkLst>
          <pc:docMk/>
          <pc:sldMk cId="0" sldId="258"/>
        </pc:sldMkLst>
        <pc:spChg chg="del">
          <ac:chgData name="Aakash Dhakshnamoorthy" userId="b75e609f-f598-4aa8-b248-2dd33704270f" providerId="ADAL" clId="{C855EE3A-1F7C-4810-A8FE-3E00FDC9F0B1}" dt="2026-03-14T02:09:54.205" v="2" actId="478"/>
          <ac:spMkLst>
            <pc:docMk/>
            <pc:sldMk cId="0" sldId="258"/>
            <ac:spMk id="5" creationId="{00000000-0000-0000-0000-000000000000}"/>
          </ac:spMkLst>
        </pc:spChg>
      </pc:sldChg>
      <pc:sldChg chg="del">
        <pc:chgData name="Aakash Dhakshnamoorthy" userId="b75e609f-f598-4aa8-b248-2dd33704270f" providerId="ADAL" clId="{C855EE3A-1F7C-4810-A8FE-3E00FDC9F0B1}" dt="2026-03-14T03:10:37.187" v="299" actId="47"/>
        <pc:sldMkLst>
          <pc:docMk/>
          <pc:sldMk cId="0" sldId="259"/>
        </pc:sldMkLst>
      </pc:sldChg>
      <pc:sldChg chg="del">
        <pc:chgData name="Aakash Dhakshnamoorthy" userId="b75e609f-f598-4aa8-b248-2dd33704270f" providerId="ADAL" clId="{C855EE3A-1F7C-4810-A8FE-3E00FDC9F0B1}" dt="2026-03-14T03:10:37.187" v="299" actId="47"/>
        <pc:sldMkLst>
          <pc:docMk/>
          <pc:sldMk cId="0" sldId="260"/>
        </pc:sldMkLst>
      </pc:sldChg>
      <pc:sldChg chg="del">
        <pc:chgData name="Aakash Dhakshnamoorthy" userId="b75e609f-f598-4aa8-b248-2dd33704270f" providerId="ADAL" clId="{C855EE3A-1F7C-4810-A8FE-3E00FDC9F0B1}" dt="2026-03-14T03:10:37.187" v="299" actId="47"/>
        <pc:sldMkLst>
          <pc:docMk/>
          <pc:sldMk cId="0" sldId="261"/>
        </pc:sldMkLst>
      </pc:sldChg>
      <pc:sldChg chg="del">
        <pc:chgData name="Aakash Dhakshnamoorthy" userId="b75e609f-f598-4aa8-b248-2dd33704270f" providerId="ADAL" clId="{C855EE3A-1F7C-4810-A8FE-3E00FDC9F0B1}" dt="2026-03-14T03:10:37.187" v="299" actId="47"/>
        <pc:sldMkLst>
          <pc:docMk/>
          <pc:sldMk cId="0" sldId="262"/>
        </pc:sldMkLst>
      </pc:sldChg>
      <pc:sldChg chg="addSp modSp new mod">
        <pc:chgData name="Aakash Dhakshnamoorthy" userId="b75e609f-f598-4aa8-b248-2dd33704270f" providerId="ADAL" clId="{C855EE3A-1F7C-4810-A8FE-3E00FDC9F0B1}" dt="2026-03-14T02:36:19.610" v="49" actId="1076"/>
        <pc:sldMkLst>
          <pc:docMk/>
          <pc:sldMk cId="2170651748" sldId="263"/>
        </pc:sldMkLst>
        <pc:spChg chg="add">
          <ac:chgData name="Aakash Dhakshnamoorthy" userId="b75e609f-f598-4aa8-b248-2dd33704270f" providerId="ADAL" clId="{C855EE3A-1F7C-4810-A8FE-3E00FDC9F0B1}" dt="2026-03-14T02:32:56.097" v="4"/>
          <ac:spMkLst>
            <pc:docMk/>
            <pc:sldMk cId="2170651748" sldId="263"/>
            <ac:spMk id="2" creationId="{F544BA41-4086-6E30-2DA5-FC74F2B02F6F}"/>
          </ac:spMkLst>
        </pc:spChg>
        <pc:spChg chg="add mod">
          <ac:chgData name="Aakash Dhakshnamoorthy" userId="b75e609f-f598-4aa8-b248-2dd33704270f" providerId="ADAL" clId="{C855EE3A-1F7C-4810-A8FE-3E00FDC9F0B1}" dt="2026-03-14T02:36:19.610" v="49" actId="1076"/>
          <ac:spMkLst>
            <pc:docMk/>
            <pc:sldMk cId="2170651748" sldId="263"/>
            <ac:spMk id="3" creationId="{4629476C-499A-0F5E-FD28-C3492AA5B3C7}"/>
          </ac:spMkLst>
        </pc:spChg>
        <pc:picChg chg="add mod">
          <ac:chgData name="Aakash Dhakshnamoorthy" userId="b75e609f-f598-4aa8-b248-2dd33704270f" providerId="ADAL" clId="{C855EE3A-1F7C-4810-A8FE-3E00FDC9F0B1}" dt="2026-03-14T02:36:16.339" v="48" actId="1076"/>
          <ac:picMkLst>
            <pc:docMk/>
            <pc:sldMk cId="2170651748" sldId="263"/>
            <ac:picMk id="1028" creationId="{2E37E0E2-952E-56EF-267F-5B5C0A73141C}"/>
          </ac:picMkLst>
        </pc:picChg>
      </pc:sldChg>
      <pc:sldChg chg="addSp delSp modSp add mod ord setBg">
        <pc:chgData name="Aakash Dhakshnamoorthy" userId="b75e609f-f598-4aa8-b248-2dd33704270f" providerId="ADAL" clId="{C855EE3A-1F7C-4810-A8FE-3E00FDC9F0B1}" dt="2026-03-14T03:31:09.496" v="302" actId="22"/>
        <pc:sldMkLst>
          <pc:docMk/>
          <pc:sldMk cId="2065568362" sldId="264"/>
        </pc:sldMkLst>
        <pc:spChg chg="ord">
          <ac:chgData name="Aakash Dhakshnamoorthy" userId="b75e609f-f598-4aa8-b248-2dd33704270f" providerId="ADAL" clId="{C855EE3A-1F7C-4810-A8FE-3E00FDC9F0B1}" dt="2026-03-14T02:35:46.114" v="23" actId="26606"/>
          <ac:spMkLst>
            <pc:docMk/>
            <pc:sldMk cId="2065568362" sldId="264"/>
            <ac:spMk id="2" creationId="{B0AC28D3-4167-BCBF-D903-CA5F18973116}"/>
          </ac:spMkLst>
        </pc:spChg>
        <pc:spChg chg="mod">
          <ac:chgData name="Aakash Dhakshnamoorthy" userId="b75e609f-f598-4aa8-b248-2dd33704270f" providerId="ADAL" clId="{C855EE3A-1F7C-4810-A8FE-3E00FDC9F0B1}" dt="2026-03-14T02:37:02.006" v="59" actId="20577"/>
          <ac:spMkLst>
            <pc:docMk/>
            <pc:sldMk cId="2065568362" sldId="264"/>
            <ac:spMk id="3" creationId="{BD91CDE5-4332-B310-1CE8-FC73EDFC3212}"/>
          </ac:spMkLst>
        </pc:spChg>
        <pc:spChg chg="add mod ord">
          <ac:chgData name="Aakash Dhakshnamoorthy" userId="b75e609f-f598-4aa8-b248-2dd33704270f" providerId="ADAL" clId="{C855EE3A-1F7C-4810-A8FE-3E00FDC9F0B1}" dt="2026-03-14T02:35:46.114" v="23" actId="26606"/>
          <ac:spMkLst>
            <pc:docMk/>
            <pc:sldMk cId="2065568362" sldId="264"/>
            <ac:spMk id="4" creationId="{9914247D-823D-CF90-BBAB-48ECC1D70498}"/>
          </ac:spMkLst>
        </pc:spChg>
        <pc:spChg chg="add del">
          <ac:chgData name="Aakash Dhakshnamoorthy" userId="b75e609f-f598-4aa8-b248-2dd33704270f" providerId="ADAL" clId="{C855EE3A-1F7C-4810-A8FE-3E00FDC9F0B1}" dt="2026-03-14T03:31:09.496" v="302" actId="22"/>
          <ac:spMkLst>
            <pc:docMk/>
            <pc:sldMk cId="2065568362" sldId="264"/>
            <ac:spMk id="6" creationId="{25A475B0-78B5-01C1-721E-E4FBB7492D02}"/>
          </ac:spMkLst>
        </pc:spChg>
        <pc:spChg chg="add">
          <ac:chgData name="Aakash Dhakshnamoorthy" userId="b75e609f-f598-4aa8-b248-2dd33704270f" providerId="ADAL" clId="{C855EE3A-1F7C-4810-A8FE-3E00FDC9F0B1}" dt="2026-03-14T02:35:46.114" v="23" actId="26606"/>
          <ac:spMkLst>
            <pc:docMk/>
            <pc:sldMk cId="2065568362" sldId="264"/>
            <ac:spMk id="2057" creationId="{362D44EE-C852-4460-B8B5-C4F2BC20510C}"/>
          </ac:spMkLst>
        </pc:spChg>
        <pc:spChg chg="add">
          <ac:chgData name="Aakash Dhakshnamoorthy" userId="b75e609f-f598-4aa8-b248-2dd33704270f" providerId="ADAL" clId="{C855EE3A-1F7C-4810-A8FE-3E00FDC9F0B1}" dt="2026-03-14T02:35:46.114" v="23" actId="26606"/>
          <ac:spMkLst>
            <pc:docMk/>
            <pc:sldMk cId="2065568362" sldId="264"/>
            <ac:spMk id="2059" creationId="{658970D8-8D1D-4B5C-894B-E871CC86543D}"/>
          </ac:spMkLst>
        </pc:spChg>
        <pc:spChg chg="add">
          <ac:chgData name="Aakash Dhakshnamoorthy" userId="b75e609f-f598-4aa8-b248-2dd33704270f" providerId="ADAL" clId="{C855EE3A-1F7C-4810-A8FE-3E00FDC9F0B1}" dt="2026-03-14T02:35:46.114" v="23" actId="26606"/>
          <ac:spMkLst>
            <pc:docMk/>
            <pc:sldMk cId="2065568362" sldId="264"/>
            <ac:spMk id="2061" creationId="{F227E5B6-9132-43CA-B503-37A18562ADF2}"/>
          </ac:spMkLst>
        </pc:spChg>
        <pc:spChg chg="add">
          <ac:chgData name="Aakash Dhakshnamoorthy" userId="b75e609f-f598-4aa8-b248-2dd33704270f" providerId="ADAL" clId="{C855EE3A-1F7C-4810-A8FE-3E00FDC9F0B1}" dt="2026-03-14T02:35:46.114" v="23" actId="26606"/>
          <ac:spMkLst>
            <pc:docMk/>
            <pc:sldMk cId="2065568362" sldId="264"/>
            <ac:spMk id="2063" creationId="{03C2051E-A88D-48E5-BACF-AAED17892722}"/>
          </ac:spMkLst>
        </pc:spChg>
        <pc:spChg chg="add">
          <ac:chgData name="Aakash Dhakshnamoorthy" userId="b75e609f-f598-4aa8-b248-2dd33704270f" providerId="ADAL" clId="{C855EE3A-1F7C-4810-A8FE-3E00FDC9F0B1}" dt="2026-03-14T02:35:46.114" v="23" actId="26606"/>
          <ac:spMkLst>
            <pc:docMk/>
            <pc:sldMk cId="2065568362" sldId="264"/>
            <ac:spMk id="2065" creationId="{7821A508-2985-4905-874A-527429BAABFA}"/>
          </ac:spMkLst>
        </pc:spChg>
        <pc:spChg chg="add">
          <ac:chgData name="Aakash Dhakshnamoorthy" userId="b75e609f-f598-4aa8-b248-2dd33704270f" providerId="ADAL" clId="{C855EE3A-1F7C-4810-A8FE-3E00FDC9F0B1}" dt="2026-03-14T02:35:46.114" v="23" actId="26606"/>
          <ac:spMkLst>
            <pc:docMk/>
            <pc:sldMk cId="2065568362" sldId="264"/>
            <ac:spMk id="2067" creationId="{D2929CB1-0E3C-4B2D-ADC5-0154FB33BA44}"/>
          </ac:spMkLst>
        </pc:spChg>
        <pc:spChg chg="add">
          <ac:chgData name="Aakash Dhakshnamoorthy" userId="b75e609f-f598-4aa8-b248-2dd33704270f" providerId="ADAL" clId="{C855EE3A-1F7C-4810-A8FE-3E00FDC9F0B1}" dt="2026-03-14T02:35:46.114" v="23" actId="26606"/>
          <ac:spMkLst>
            <pc:docMk/>
            <pc:sldMk cId="2065568362" sldId="264"/>
            <ac:spMk id="2069" creationId="{5F2F0C84-BE8C-4DC2-A6D3-30349A801D5C}"/>
          </ac:spMkLst>
        </pc:spChg>
        <pc:picChg chg="del">
          <ac:chgData name="Aakash Dhakshnamoorthy" userId="b75e609f-f598-4aa8-b248-2dd33704270f" providerId="ADAL" clId="{C855EE3A-1F7C-4810-A8FE-3E00FDC9F0B1}" dt="2026-03-14T02:34:33.721" v="19" actId="478"/>
          <ac:picMkLst>
            <pc:docMk/>
            <pc:sldMk cId="2065568362" sldId="264"/>
            <ac:picMk id="1028" creationId="{444A31D9-3EBD-5F54-C0F5-D15CF5D0BFDC}"/>
          </ac:picMkLst>
        </pc:picChg>
        <pc:picChg chg="add mod">
          <ac:chgData name="Aakash Dhakshnamoorthy" userId="b75e609f-f598-4aa8-b248-2dd33704270f" providerId="ADAL" clId="{C855EE3A-1F7C-4810-A8FE-3E00FDC9F0B1}" dt="2026-03-14T02:35:41.242" v="22" actId="1076"/>
          <ac:picMkLst>
            <pc:docMk/>
            <pc:sldMk cId="2065568362" sldId="264"/>
            <ac:picMk id="2052" creationId="{2D18AABD-EA72-275A-57DF-9E9108D635AF}"/>
          </ac:picMkLst>
        </pc:picChg>
      </pc:sldChg>
      <pc:sldChg chg="addSp delSp modSp new mod setBg">
        <pc:chgData name="Aakash Dhakshnamoorthy" userId="b75e609f-f598-4aa8-b248-2dd33704270f" providerId="ADAL" clId="{C855EE3A-1F7C-4810-A8FE-3E00FDC9F0B1}" dt="2026-03-14T02:41:54.869" v="127" actId="20577"/>
        <pc:sldMkLst>
          <pc:docMk/>
          <pc:sldMk cId="3779130964" sldId="265"/>
        </pc:sldMkLst>
        <pc:spChg chg="add mod">
          <ac:chgData name="Aakash Dhakshnamoorthy" userId="b75e609f-f598-4aa8-b248-2dd33704270f" providerId="ADAL" clId="{C855EE3A-1F7C-4810-A8FE-3E00FDC9F0B1}" dt="2026-03-14T02:41:36.247" v="122" actId="26606"/>
          <ac:spMkLst>
            <pc:docMk/>
            <pc:sldMk cId="3779130964" sldId="265"/>
            <ac:spMk id="2" creationId="{5C377BAD-7244-FE8A-492B-8CF9DFAEDCB7}"/>
          </ac:spMkLst>
        </pc:spChg>
        <pc:spChg chg="add mod">
          <ac:chgData name="Aakash Dhakshnamoorthy" userId="b75e609f-f598-4aa8-b248-2dd33704270f" providerId="ADAL" clId="{C855EE3A-1F7C-4810-A8FE-3E00FDC9F0B1}" dt="2026-03-14T02:41:54.869" v="127" actId="20577"/>
          <ac:spMkLst>
            <pc:docMk/>
            <pc:sldMk cId="3779130964" sldId="265"/>
            <ac:spMk id="3" creationId="{3B243863-D7E3-06F7-7B93-0D838EF7C1DC}"/>
          </ac:spMkLst>
        </pc:spChg>
        <pc:spChg chg="add del">
          <ac:chgData name="Aakash Dhakshnamoorthy" userId="b75e609f-f598-4aa8-b248-2dd33704270f" providerId="ADAL" clId="{C855EE3A-1F7C-4810-A8FE-3E00FDC9F0B1}" dt="2026-03-14T02:41:36.247" v="122" actId="26606"/>
          <ac:spMkLst>
            <pc:docMk/>
            <pc:sldMk cId="3779130964" sldId="265"/>
            <ac:spMk id="3079" creationId="{F13C74B1-5B17-4795-BED0-7140497B445A}"/>
          </ac:spMkLst>
        </pc:spChg>
        <pc:spChg chg="add del">
          <ac:chgData name="Aakash Dhakshnamoorthy" userId="b75e609f-f598-4aa8-b248-2dd33704270f" providerId="ADAL" clId="{C855EE3A-1F7C-4810-A8FE-3E00FDC9F0B1}" dt="2026-03-14T02:41:36.247" v="122" actId="26606"/>
          <ac:spMkLst>
            <pc:docMk/>
            <pc:sldMk cId="3779130964" sldId="265"/>
            <ac:spMk id="3081" creationId="{D4974D33-8DC5-464E-8C6D-BE58F0669C17}"/>
          </ac:spMkLst>
        </pc:spChg>
        <pc:spChg chg="add">
          <ac:chgData name="Aakash Dhakshnamoorthy" userId="b75e609f-f598-4aa8-b248-2dd33704270f" providerId="ADAL" clId="{C855EE3A-1F7C-4810-A8FE-3E00FDC9F0B1}" dt="2026-03-14T02:41:36.247" v="122" actId="26606"/>
          <ac:spMkLst>
            <pc:docMk/>
            <pc:sldMk cId="3779130964" sldId="265"/>
            <ac:spMk id="3086" creationId="{45D37F4E-DDB4-456B-97E0-9937730A039F}"/>
          </ac:spMkLst>
        </pc:spChg>
        <pc:spChg chg="add">
          <ac:chgData name="Aakash Dhakshnamoorthy" userId="b75e609f-f598-4aa8-b248-2dd33704270f" providerId="ADAL" clId="{C855EE3A-1F7C-4810-A8FE-3E00FDC9F0B1}" dt="2026-03-14T02:41:36.247" v="122" actId="26606"/>
          <ac:spMkLst>
            <pc:docMk/>
            <pc:sldMk cId="3779130964" sldId="265"/>
            <ac:spMk id="3088" creationId="{B2DD41CD-8F47-4F56-AD12-4E2FF7696987}"/>
          </ac:spMkLst>
        </pc:spChg>
        <pc:picChg chg="add mod">
          <ac:chgData name="Aakash Dhakshnamoorthy" userId="b75e609f-f598-4aa8-b248-2dd33704270f" providerId="ADAL" clId="{C855EE3A-1F7C-4810-A8FE-3E00FDC9F0B1}" dt="2026-03-14T02:41:36.247" v="122" actId="26606"/>
          <ac:picMkLst>
            <pc:docMk/>
            <pc:sldMk cId="3779130964" sldId="265"/>
            <ac:picMk id="3074" creationId="{612B8BCF-FE5A-3099-18C2-7589D72FD47E}"/>
          </ac:picMkLst>
        </pc:picChg>
      </pc:sldChg>
      <pc:sldChg chg="delSp modSp add mod setBg">
        <pc:chgData name="Aakash Dhakshnamoorthy" userId="b75e609f-f598-4aa8-b248-2dd33704270f" providerId="ADAL" clId="{C855EE3A-1F7C-4810-A8FE-3E00FDC9F0B1}" dt="2026-03-14T02:44:00.461" v="133" actId="1076"/>
        <pc:sldMkLst>
          <pc:docMk/>
          <pc:sldMk cId="0" sldId="266"/>
        </pc:sldMkLst>
        <pc:spChg chg="del">
          <ac:chgData name="Aakash Dhakshnamoorthy" userId="b75e609f-f598-4aa8-b248-2dd33704270f" providerId="ADAL" clId="{C855EE3A-1F7C-4810-A8FE-3E00FDC9F0B1}" dt="2026-03-14T02:43:37.649" v="129" actId="478"/>
          <ac:spMkLst>
            <pc:docMk/>
            <pc:sldMk cId="0" sldId="266"/>
            <ac:spMk id="5" creationId="{00000000-0000-0000-0000-000000000000}"/>
          </ac:spMkLst>
        </pc:spChg>
        <pc:spChg chg="del">
          <ac:chgData name="Aakash Dhakshnamoorthy" userId="b75e609f-f598-4aa8-b248-2dd33704270f" providerId="ADAL" clId="{C855EE3A-1F7C-4810-A8FE-3E00FDC9F0B1}" dt="2026-03-14T02:43:44.611" v="130" actId="478"/>
          <ac:spMkLst>
            <pc:docMk/>
            <pc:sldMk cId="0" sldId="266"/>
            <ac:spMk id="6" creationId="{00000000-0000-0000-0000-000000000000}"/>
          </ac:spMkLst>
        </pc:spChg>
        <pc:spChg chg="mod">
          <ac:chgData name="Aakash Dhakshnamoorthy" userId="b75e609f-f598-4aa8-b248-2dd33704270f" providerId="ADAL" clId="{C855EE3A-1F7C-4810-A8FE-3E00FDC9F0B1}" dt="2026-03-14T02:44:00.461" v="133" actId="1076"/>
          <ac:spMkLst>
            <pc:docMk/>
            <pc:sldMk cId="0" sldId="266"/>
            <ac:spMk id="7" creationId="{00000000-0000-0000-0000-000000000000}"/>
          </ac:spMkLst>
        </pc:spChg>
        <pc:spChg chg="mod">
          <ac:chgData name="Aakash Dhakshnamoorthy" userId="b75e609f-f598-4aa8-b248-2dd33704270f" providerId="ADAL" clId="{C855EE3A-1F7C-4810-A8FE-3E00FDC9F0B1}" dt="2026-03-14T02:44:00.461" v="133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Aakash Dhakshnamoorthy" userId="b75e609f-f598-4aa8-b248-2dd33704270f" providerId="ADAL" clId="{C855EE3A-1F7C-4810-A8FE-3E00FDC9F0B1}" dt="2026-03-14T02:44:00.461" v="133" actId="107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Aakash Dhakshnamoorthy" userId="b75e609f-f598-4aa8-b248-2dd33704270f" providerId="ADAL" clId="{C855EE3A-1F7C-4810-A8FE-3E00FDC9F0B1}" dt="2026-03-14T02:44:00.461" v="133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Aakash Dhakshnamoorthy" userId="b75e609f-f598-4aa8-b248-2dd33704270f" providerId="ADAL" clId="{C855EE3A-1F7C-4810-A8FE-3E00FDC9F0B1}" dt="2026-03-14T02:44:00.461" v="133" actId="107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Aakash Dhakshnamoorthy" userId="b75e609f-f598-4aa8-b248-2dd33704270f" providerId="ADAL" clId="{C855EE3A-1F7C-4810-A8FE-3E00FDC9F0B1}" dt="2026-03-14T02:44:00.461" v="133" actId="107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Aakash Dhakshnamoorthy" userId="b75e609f-f598-4aa8-b248-2dd33704270f" providerId="ADAL" clId="{C855EE3A-1F7C-4810-A8FE-3E00FDC9F0B1}" dt="2026-03-14T02:44:00.461" v="133" actId="107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Aakash Dhakshnamoorthy" userId="b75e609f-f598-4aa8-b248-2dd33704270f" providerId="ADAL" clId="{C855EE3A-1F7C-4810-A8FE-3E00FDC9F0B1}" dt="2026-03-14T02:44:00.461" v="133" actId="1076"/>
          <ac:spMkLst>
            <pc:docMk/>
            <pc:sldMk cId="0" sldId="266"/>
            <ac:spMk id="20" creationId="{00000000-0000-0000-0000-000000000000}"/>
          </ac:spMkLst>
        </pc:spChg>
        <pc:spChg chg="mod">
          <ac:chgData name="Aakash Dhakshnamoorthy" userId="b75e609f-f598-4aa8-b248-2dd33704270f" providerId="ADAL" clId="{C855EE3A-1F7C-4810-A8FE-3E00FDC9F0B1}" dt="2026-03-14T02:44:00.461" v="133" actId="107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Aakash Dhakshnamoorthy" userId="b75e609f-f598-4aa8-b248-2dd33704270f" providerId="ADAL" clId="{C855EE3A-1F7C-4810-A8FE-3E00FDC9F0B1}" dt="2026-03-14T02:44:00.461" v="133" actId="1076"/>
          <ac:spMkLst>
            <pc:docMk/>
            <pc:sldMk cId="0" sldId="266"/>
            <ac:spMk id="26" creationId="{00000000-0000-0000-0000-000000000000}"/>
          </ac:spMkLst>
        </pc:spChg>
      </pc:sldChg>
      <pc:sldChg chg="add setBg">
        <pc:chgData name="Aakash Dhakshnamoorthy" userId="b75e609f-f598-4aa8-b248-2dd33704270f" providerId="ADAL" clId="{C855EE3A-1F7C-4810-A8FE-3E00FDC9F0B1}" dt="2026-03-14T02:44:26.170" v="134"/>
        <pc:sldMkLst>
          <pc:docMk/>
          <pc:sldMk cId="0" sldId="267"/>
        </pc:sldMkLst>
      </pc:sldChg>
      <pc:sldChg chg="add">
        <pc:chgData name="Aakash Dhakshnamoorthy" userId="b75e609f-f598-4aa8-b248-2dd33704270f" providerId="ADAL" clId="{C855EE3A-1F7C-4810-A8FE-3E00FDC9F0B1}" dt="2026-03-14T02:49:22.840" v="139"/>
        <pc:sldMkLst>
          <pc:docMk/>
          <pc:sldMk cId="3128307066" sldId="325"/>
        </pc:sldMkLst>
      </pc:sldChg>
      <pc:sldChg chg="modSp add mod">
        <pc:chgData name="Aakash Dhakshnamoorthy" userId="b75e609f-f598-4aa8-b248-2dd33704270f" providerId="ADAL" clId="{C855EE3A-1F7C-4810-A8FE-3E00FDC9F0B1}" dt="2026-03-14T02:50:14.535" v="149" actId="1076"/>
        <pc:sldMkLst>
          <pc:docMk/>
          <pc:sldMk cId="3076767599" sldId="328"/>
        </pc:sldMkLst>
        <pc:spChg chg="mod">
          <ac:chgData name="Aakash Dhakshnamoorthy" userId="b75e609f-f598-4aa8-b248-2dd33704270f" providerId="ADAL" clId="{C855EE3A-1F7C-4810-A8FE-3E00FDC9F0B1}" dt="2026-03-14T02:50:14.535" v="149" actId="1076"/>
          <ac:spMkLst>
            <pc:docMk/>
            <pc:sldMk cId="3076767599" sldId="328"/>
            <ac:spMk id="3" creationId="{A7362CE4-62A7-1E30-F043-5B946C7049EE}"/>
          </ac:spMkLst>
        </pc:spChg>
      </pc:sldChg>
      <pc:sldChg chg="add">
        <pc:chgData name="Aakash Dhakshnamoorthy" userId="b75e609f-f598-4aa8-b248-2dd33704270f" providerId="ADAL" clId="{C855EE3A-1F7C-4810-A8FE-3E00FDC9F0B1}" dt="2026-03-14T02:47:43.875" v="138"/>
        <pc:sldMkLst>
          <pc:docMk/>
          <pc:sldMk cId="950568475" sldId="330"/>
        </pc:sldMkLst>
      </pc:sldChg>
      <pc:sldChg chg="addSp delSp modSp new mod">
        <pc:chgData name="Aakash Dhakshnamoorthy" userId="b75e609f-f598-4aa8-b248-2dd33704270f" providerId="ADAL" clId="{C855EE3A-1F7C-4810-A8FE-3E00FDC9F0B1}" dt="2026-03-14T02:59:30.468" v="181"/>
        <pc:sldMkLst>
          <pc:docMk/>
          <pc:sldMk cId="1143051549" sldId="331"/>
        </pc:sldMkLst>
        <pc:spChg chg="del">
          <ac:chgData name="Aakash Dhakshnamoorthy" userId="b75e609f-f598-4aa8-b248-2dd33704270f" providerId="ADAL" clId="{C855EE3A-1F7C-4810-A8FE-3E00FDC9F0B1}" dt="2026-03-14T02:58:30.445" v="154" actId="478"/>
          <ac:spMkLst>
            <pc:docMk/>
            <pc:sldMk cId="1143051549" sldId="331"/>
            <ac:spMk id="2" creationId="{F562F614-FEE0-397B-F34C-33FBA329152C}"/>
          </ac:spMkLst>
        </pc:spChg>
        <pc:spChg chg="add mod">
          <ac:chgData name="Aakash Dhakshnamoorthy" userId="b75e609f-f598-4aa8-b248-2dd33704270f" providerId="ADAL" clId="{C855EE3A-1F7C-4810-A8FE-3E00FDC9F0B1}" dt="2026-03-14T02:58:57.387" v="180" actId="1076"/>
          <ac:spMkLst>
            <pc:docMk/>
            <pc:sldMk cId="1143051549" sldId="331"/>
            <ac:spMk id="3" creationId="{40F97CF0-07B3-618D-AE1D-507F8F668504}"/>
          </ac:spMkLst>
        </pc:spChg>
        <pc:picChg chg="add mod">
          <ac:chgData name="Aakash Dhakshnamoorthy" userId="b75e609f-f598-4aa8-b248-2dd33704270f" providerId="ADAL" clId="{C855EE3A-1F7C-4810-A8FE-3E00FDC9F0B1}" dt="2026-03-14T02:59:30.468" v="181"/>
          <ac:picMkLst>
            <pc:docMk/>
            <pc:sldMk cId="1143051549" sldId="331"/>
            <ac:picMk id="4" creationId="{8C899B01-C0BA-8BAC-85B7-653898092B54}"/>
          </ac:picMkLst>
        </pc:picChg>
      </pc:sldChg>
      <pc:sldChg chg="addSp modSp add mod setBg">
        <pc:chgData name="Aakash Dhakshnamoorthy" userId="b75e609f-f598-4aa8-b248-2dd33704270f" providerId="ADAL" clId="{C855EE3A-1F7C-4810-A8FE-3E00FDC9F0B1}" dt="2026-03-14T03:00:16.695" v="216" actId="1076"/>
        <pc:sldMkLst>
          <pc:docMk/>
          <pc:sldMk cId="1285178401" sldId="332"/>
        </pc:sldMkLst>
        <pc:spChg chg="mod">
          <ac:chgData name="Aakash Dhakshnamoorthy" userId="b75e609f-f598-4aa8-b248-2dd33704270f" providerId="ADAL" clId="{C855EE3A-1F7C-4810-A8FE-3E00FDC9F0B1}" dt="2026-03-14T03:00:01.618" v="211" actId="26606"/>
          <ac:spMkLst>
            <pc:docMk/>
            <pc:sldMk cId="1285178401" sldId="332"/>
            <ac:spMk id="3" creationId="{B42DFA75-677F-56B8-E66D-BE319A755716}"/>
          </ac:spMkLst>
        </pc:spChg>
        <pc:spChg chg="add">
          <ac:chgData name="Aakash Dhakshnamoorthy" userId="b75e609f-f598-4aa8-b248-2dd33704270f" providerId="ADAL" clId="{C855EE3A-1F7C-4810-A8FE-3E00FDC9F0B1}" dt="2026-03-14T03:00:01.618" v="211" actId="26606"/>
          <ac:spMkLst>
            <pc:docMk/>
            <pc:sldMk cId="1285178401" sldId="332"/>
            <ac:spMk id="8" creationId="{665DBBEF-238B-476B-96AB-8AAC3224ECEA}"/>
          </ac:spMkLst>
        </pc:spChg>
        <pc:spChg chg="add">
          <ac:chgData name="Aakash Dhakshnamoorthy" userId="b75e609f-f598-4aa8-b248-2dd33704270f" providerId="ADAL" clId="{C855EE3A-1F7C-4810-A8FE-3E00FDC9F0B1}" dt="2026-03-14T03:00:01.618" v="211" actId="26606"/>
          <ac:spMkLst>
            <pc:docMk/>
            <pc:sldMk cId="1285178401" sldId="332"/>
            <ac:spMk id="10" creationId="{3FCFB1DE-0B7E-48CC-BA90-B2AB0889F9D6}"/>
          </ac:spMkLst>
        </pc:spChg>
        <pc:picChg chg="add mod">
          <ac:chgData name="Aakash Dhakshnamoorthy" userId="b75e609f-f598-4aa8-b248-2dd33704270f" providerId="ADAL" clId="{C855EE3A-1F7C-4810-A8FE-3E00FDC9F0B1}" dt="2026-03-14T03:00:16.695" v="216" actId="1076"/>
          <ac:picMkLst>
            <pc:docMk/>
            <pc:sldMk cId="1285178401" sldId="332"/>
            <ac:picMk id="2" creationId="{7085DC76-B8F0-F2C5-81F3-0FC052D2139D}"/>
          </ac:picMkLst>
        </pc:picChg>
      </pc:sldChg>
      <pc:sldChg chg="delSp add mod setBg">
        <pc:chgData name="Aakash Dhakshnamoorthy" userId="b75e609f-f598-4aa8-b248-2dd33704270f" providerId="ADAL" clId="{C855EE3A-1F7C-4810-A8FE-3E00FDC9F0B1}" dt="2026-03-14T03:01:50.662" v="220" actId="478"/>
        <pc:sldMkLst>
          <pc:docMk/>
          <pc:sldMk cId="0" sldId="333"/>
        </pc:sldMkLst>
        <pc:spChg chg="del">
          <ac:chgData name="Aakash Dhakshnamoorthy" userId="b75e609f-f598-4aa8-b248-2dd33704270f" providerId="ADAL" clId="{C855EE3A-1F7C-4810-A8FE-3E00FDC9F0B1}" dt="2026-03-14T03:01:43.101" v="218" actId="478"/>
          <ac:spMkLst>
            <pc:docMk/>
            <pc:sldMk cId="0" sldId="333"/>
            <ac:spMk id="11" creationId="{00000000-0000-0000-0000-000000000000}"/>
          </ac:spMkLst>
        </pc:spChg>
        <pc:spChg chg="del">
          <ac:chgData name="Aakash Dhakshnamoorthy" userId="b75e609f-f598-4aa8-b248-2dd33704270f" providerId="ADAL" clId="{C855EE3A-1F7C-4810-A8FE-3E00FDC9F0B1}" dt="2026-03-14T03:01:46.429" v="219" actId="478"/>
          <ac:spMkLst>
            <pc:docMk/>
            <pc:sldMk cId="0" sldId="333"/>
            <ac:spMk id="19" creationId="{00000000-0000-0000-0000-000000000000}"/>
          </ac:spMkLst>
        </pc:spChg>
        <pc:spChg chg="del">
          <ac:chgData name="Aakash Dhakshnamoorthy" userId="b75e609f-f598-4aa8-b248-2dd33704270f" providerId="ADAL" clId="{C855EE3A-1F7C-4810-A8FE-3E00FDC9F0B1}" dt="2026-03-14T03:01:50.662" v="220" actId="478"/>
          <ac:spMkLst>
            <pc:docMk/>
            <pc:sldMk cId="0" sldId="333"/>
            <ac:spMk id="27" creationId="{00000000-0000-0000-0000-000000000000}"/>
          </ac:spMkLst>
        </pc:spChg>
      </pc:sldChg>
      <pc:sldChg chg="modSp add mod setBg">
        <pc:chgData name="Aakash Dhakshnamoorthy" userId="b75e609f-f598-4aa8-b248-2dd33704270f" providerId="ADAL" clId="{C855EE3A-1F7C-4810-A8FE-3E00FDC9F0B1}" dt="2026-03-14T03:06:07.415" v="227" actId="20577"/>
        <pc:sldMkLst>
          <pc:docMk/>
          <pc:sldMk cId="0" sldId="334"/>
        </pc:sldMkLst>
        <pc:spChg chg="mod">
          <ac:chgData name="Aakash Dhakshnamoorthy" userId="b75e609f-f598-4aa8-b248-2dd33704270f" providerId="ADAL" clId="{C855EE3A-1F7C-4810-A8FE-3E00FDC9F0B1}" dt="2026-03-14T03:06:07.415" v="227" actId="20577"/>
          <ac:spMkLst>
            <pc:docMk/>
            <pc:sldMk cId="0" sldId="334"/>
            <ac:spMk id="3" creationId="{00000000-0000-0000-0000-000000000000}"/>
          </ac:spMkLst>
        </pc:spChg>
      </pc:sldChg>
      <pc:sldChg chg="modSp add mod setBg">
        <pc:chgData name="Aakash Dhakshnamoorthy" userId="b75e609f-f598-4aa8-b248-2dd33704270f" providerId="ADAL" clId="{C855EE3A-1F7C-4810-A8FE-3E00FDC9F0B1}" dt="2026-03-14T03:06:39.145" v="232" actId="1076"/>
        <pc:sldMkLst>
          <pc:docMk/>
          <pc:sldMk cId="0" sldId="335"/>
        </pc:sldMkLst>
        <pc:spChg chg="mod">
          <ac:chgData name="Aakash Dhakshnamoorthy" userId="b75e609f-f598-4aa8-b248-2dd33704270f" providerId="ADAL" clId="{C855EE3A-1F7C-4810-A8FE-3E00FDC9F0B1}" dt="2026-03-14T03:06:39.145" v="232" actId="1076"/>
          <ac:spMkLst>
            <pc:docMk/>
            <pc:sldMk cId="0" sldId="335"/>
            <ac:spMk id="3" creationId="{00000000-0000-0000-0000-000000000000}"/>
          </ac:spMkLst>
        </pc:spChg>
      </pc:sldChg>
      <pc:sldChg chg="addSp delSp modSp add mod setBg">
        <pc:chgData name="Aakash Dhakshnamoorthy" userId="b75e609f-f598-4aa8-b248-2dd33704270f" providerId="ADAL" clId="{C855EE3A-1F7C-4810-A8FE-3E00FDC9F0B1}" dt="2026-03-14T03:08:27.832" v="241" actId="27309"/>
        <pc:sldMkLst>
          <pc:docMk/>
          <pc:sldMk cId="0" sldId="336"/>
        </pc:sldMkLst>
        <pc:spChg chg="mod">
          <ac:chgData name="Aakash Dhakshnamoorthy" userId="b75e609f-f598-4aa8-b248-2dd33704270f" providerId="ADAL" clId="{C855EE3A-1F7C-4810-A8FE-3E00FDC9F0B1}" dt="2026-03-14T03:07:38.688" v="234" actId="207"/>
          <ac:spMkLst>
            <pc:docMk/>
            <pc:sldMk cId="0" sldId="336"/>
            <ac:spMk id="3" creationId="{00000000-0000-0000-0000-000000000000}"/>
          </ac:spMkLst>
        </pc:spChg>
        <pc:spChg chg="del">
          <ac:chgData name="Aakash Dhakshnamoorthy" userId="b75e609f-f598-4aa8-b248-2dd33704270f" providerId="ADAL" clId="{C855EE3A-1F7C-4810-A8FE-3E00FDC9F0B1}" dt="2026-03-14T03:07:59.736" v="235" actId="478"/>
          <ac:spMkLst>
            <pc:docMk/>
            <pc:sldMk cId="0" sldId="336"/>
            <ac:spMk id="14" creationId="{00000000-0000-0000-0000-000000000000}"/>
          </ac:spMkLst>
        </pc:spChg>
        <pc:spChg chg="del">
          <ac:chgData name="Aakash Dhakshnamoorthy" userId="b75e609f-f598-4aa8-b248-2dd33704270f" providerId="ADAL" clId="{C855EE3A-1F7C-4810-A8FE-3E00FDC9F0B1}" dt="2026-03-14T03:08:02.994" v="236" actId="478"/>
          <ac:spMkLst>
            <pc:docMk/>
            <pc:sldMk cId="0" sldId="336"/>
            <ac:spMk id="15" creationId="{00000000-0000-0000-0000-000000000000}"/>
          </ac:spMkLst>
        </pc:spChg>
        <pc:spChg chg="add mod">
          <ac:chgData name="Aakash Dhakshnamoorthy" userId="b75e609f-f598-4aa8-b248-2dd33704270f" providerId="ADAL" clId="{C855EE3A-1F7C-4810-A8FE-3E00FDC9F0B1}" dt="2026-03-14T03:08:09.927" v="238" actId="1076"/>
          <ac:spMkLst>
            <pc:docMk/>
            <pc:sldMk cId="0" sldId="336"/>
            <ac:spMk id="18" creationId="{B58CE6F8-562B-8096-D122-60F13E9BD770}"/>
          </ac:spMkLst>
        </pc:spChg>
        <pc:spChg chg="add mod">
          <ac:chgData name="Aakash Dhakshnamoorthy" userId="b75e609f-f598-4aa8-b248-2dd33704270f" providerId="ADAL" clId="{C855EE3A-1F7C-4810-A8FE-3E00FDC9F0B1}" dt="2026-03-14T03:08:09.927" v="238" actId="1076"/>
          <ac:spMkLst>
            <pc:docMk/>
            <pc:sldMk cId="0" sldId="336"/>
            <ac:spMk id="19" creationId="{1B1BDD87-E869-F77F-7275-7502A1CF9CD2}"/>
          </ac:spMkLst>
        </pc:spChg>
        <pc:spChg chg="add mod">
          <ac:chgData name="Aakash Dhakshnamoorthy" userId="b75e609f-f598-4aa8-b248-2dd33704270f" providerId="ADAL" clId="{C855EE3A-1F7C-4810-A8FE-3E00FDC9F0B1}" dt="2026-03-14T03:08:09.927" v="238" actId="1076"/>
          <ac:spMkLst>
            <pc:docMk/>
            <pc:sldMk cId="0" sldId="336"/>
            <ac:spMk id="20" creationId="{AEDD9D9E-1A1D-1D59-D811-017B2D62BBA0}"/>
          </ac:spMkLst>
        </pc:spChg>
        <pc:spChg chg="add mod">
          <ac:chgData name="Aakash Dhakshnamoorthy" userId="b75e609f-f598-4aa8-b248-2dd33704270f" providerId="ADAL" clId="{C855EE3A-1F7C-4810-A8FE-3E00FDC9F0B1}" dt="2026-03-14T03:08:09.927" v="238" actId="1076"/>
          <ac:spMkLst>
            <pc:docMk/>
            <pc:sldMk cId="0" sldId="336"/>
            <ac:spMk id="21" creationId="{A562E5E1-B0A2-30B6-7F1F-BF81CD027592}"/>
          </ac:spMkLst>
        </pc:spChg>
        <pc:spChg chg="add mod">
          <ac:chgData name="Aakash Dhakshnamoorthy" userId="b75e609f-f598-4aa8-b248-2dd33704270f" providerId="ADAL" clId="{C855EE3A-1F7C-4810-A8FE-3E00FDC9F0B1}" dt="2026-03-14T03:08:09.927" v="238" actId="1076"/>
          <ac:spMkLst>
            <pc:docMk/>
            <pc:sldMk cId="0" sldId="336"/>
            <ac:spMk id="22" creationId="{30DEE48A-B5DB-A7BD-357F-153F2A1B40C9}"/>
          </ac:spMkLst>
        </pc:spChg>
        <pc:graphicFrameChg chg="add del modGraphic">
          <ac:chgData name="Aakash Dhakshnamoorthy" userId="b75e609f-f598-4aa8-b248-2dd33704270f" providerId="ADAL" clId="{C855EE3A-1F7C-4810-A8FE-3E00FDC9F0B1}" dt="2026-03-14T03:08:27.832" v="241" actId="27309"/>
          <ac:graphicFrameMkLst>
            <pc:docMk/>
            <pc:sldMk cId="0" sldId="336"/>
            <ac:graphicFrameMk id="24" creationId="{16D429D9-02D4-5A6F-0615-10EA2DBFF771}"/>
          </ac:graphicFrameMkLst>
        </pc:graphicFrameChg>
      </pc:sldChg>
      <pc:sldChg chg="addSp delSp modSp new mod">
        <pc:chgData name="Aakash Dhakshnamoorthy" userId="b75e609f-f598-4aa8-b248-2dd33704270f" providerId="ADAL" clId="{C855EE3A-1F7C-4810-A8FE-3E00FDC9F0B1}" dt="2026-03-14T03:09:59.007" v="298" actId="14100"/>
        <pc:sldMkLst>
          <pc:docMk/>
          <pc:sldMk cId="3587848684" sldId="337"/>
        </pc:sldMkLst>
        <pc:spChg chg="del">
          <ac:chgData name="Aakash Dhakshnamoorthy" userId="b75e609f-f598-4aa8-b248-2dd33704270f" providerId="ADAL" clId="{C855EE3A-1F7C-4810-A8FE-3E00FDC9F0B1}" dt="2026-03-14T03:08:40.157" v="244" actId="478"/>
          <ac:spMkLst>
            <pc:docMk/>
            <pc:sldMk cId="3587848684" sldId="337"/>
            <ac:spMk id="2" creationId="{0D6205FE-0755-EE7E-4D19-D17029864821}"/>
          </ac:spMkLst>
        </pc:spChg>
        <pc:spChg chg="del">
          <ac:chgData name="Aakash Dhakshnamoorthy" userId="b75e609f-f598-4aa8-b248-2dd33704270f" providerId="ADAL" clId="{C855EE3A-1F7C-4810-A8FE-3E00FDC9F0B1}" dt="2026-03-14T03:08:43.011" v="245" actId="478"/>
          <ac:spMkLst>
            <pc:docMk/>
            <pc:sldMk cId="3587848684" sldId="337"/>
            <ac:spMk id="3" creationId="{895F2493-5DCE-EEB4-F3B6-5F9D12194F20}"/>
          </ac:spMkLst>
        </pc:spChg>
        <pc:spChg chg="add mod">
          <ac:chgData name="Aakash Dhakshnamoorthy" userId="b75e609f-f598-4aa8-b248-2dd33704270f" providerId="ADAL" clId="{C855EE3A-1F7C-4810-A8FE-3E00FDC9F0B1}" dt="2026-03-14T03:09:00.304" v="250" actId="1076"/>
          <ac:spMkLst>
            <pc:docMk/>
            <pc:sldMk cId="3587848684" sldId="337"/>
            <ac:spMk id="4" creationId="{3C889536-D14F-979B-5545-1AE48087C12A}"/>
          </ac:spMkLst>
        </pc:spChg>
        <pc:spChg chg="add mod">
          <ac:chgData name="Aakash Dhakshnamoorthy" userId="b75e609f-f598-4aa8-b248-2dd33704270f" providerId="ADAL" clId="{C855EE3A-1F7C-4810-A8FE-3E00FDC9F0B1}" dt="2026-03-14T03:09:00.304" v="250" actId="1076"/>
          <ac:spMkLst>
            <pc:docMk/>
            <pc:sldMk cId="3587848684" sldId="337"/>
            <ac:spMk id="5" creationId="{B15071C6-5564-69EE-CE6D-BB839009792F}"/>
          </ac:spMkLst>
        </pc:spChg>
        <pc:spChg chg="add mod">
          <ac:chgData name="Aakash Dhakshnamoorthy" userId="b75e609f-f598-4aa8-b248-2dd33704270f" providerId="ADAL" clId="{C855EE3A-1F7C-4810-A8FE-3E00FDC9F0B1}" dt="2026-03-14T03:09:00.304" v="250" actId="1076"/>
          <ac:spMkLst>
            <pc:docMk/>
            <pc:sldMk cId="3587848684" sldId="337"/>
            <ac:spMk id="6" creationId="{A5DD1DD6-C5C6-F205-AC51-3E77C4C79DF8}"/>
          </ac:spMkLst>
        </pc:spChg>
        <pc:spChg chg="add mod">
          <ac:chgData name="Aakash Dhakshnamoorthy" userId="b75e609f-f598-4aa8-b248-2dd33704270f" providerId="ADAL" clId="{C855EE3A-1F7C-4810-A8FE-3E00FDC9F0B1}" dt="2026-03-14T03:09:00.304" v="250" actId="1076"/>
          <ac:spMkLst>
            <pc:docMk/>
            <pc:sldMk cId="3587848684" sldId="337"/>
            <ac:spMk id="7" creationId="{2EB824DA-1B7E-B19E-00CD-E11A59C48B5A}"/>
          </ac:spMkLst>
        </pc:spChg>
        <pc:spChg chg="add mod">
          <ac:chgData name="Aakash Dhakshnamoorthy" userId="b75e609f-f598-4aa8-b248-2dd33704270f" providerId="ADAL" clId="{C855EE3A-1F7C-4810-A8FE-3E00FDC9F0B1}" dt="2026-03-14T03:09:00.304" v="250" actId="1076"/>
          <ac:spMkLst>
            <pc:docMk/>
            <pc:sldMk cId="3587848684" sldId="337"/>
            <ac:spMk id="8" creationId="{CC379318-8745-2BA2-C68D-1D878E64188B}"/>
          </ac:spMkLst>
        </pc:spChg>
        <pc:spChg chg="add mod">
          <ac:chgData name="Aakash Dhakshnamoorthy" userId="b75e609f-f598-4aa8-b248-2dd33704270f" providerId="ADAL" clId="{C855EE3A-1F7C-4810-A8FE-3E00FDC9F0B1}" dt="2026-03-14T03:09:59.007" v="298" actId="14100"/>
          <ac:spMkLst>
            <pc:docMk/>
            <pc:sldMk cId="3587848684" sldId="337"/>
            <ac:spMk id="9" creationId="{5AEB27EA-E62C-570A-0519-31497B3CF0D9}"/>
          </ac:spMkLst>
        </pc:spChg>
      </pc:sldChg>
      <pc:sldChg chg="modSp add mod ord">
        <pc:chgData name="Aakash Dhakshnamoorthy" userId="b75e609f-f598-4aa8-b248-2dd33704270f" providerId="ADAL" clId="{C855EE3A-1F7C-4810-A8FE-3E00FDC9F0B1}" dt="2026-03-14T03:32:07.587" v="366" actId="20577"/>
        <pc:sldMkLst>
          <pc:docMk/>
          <pc:sldMk cId="3873635609" sldId="382"/>
        </pc:sldMkLst>
        <pc:spChg chg="mod">
          <ac:chgData name="Aakash Dhakshnamoorthy" userId="b75e609f-f598-4aa8-b248-2dd33704270f" providerId="ADAL" clId="{C855EE3A-1F7C-4810-A8FE-3E00FDC9F0B1}" dt="2026-03-14T03:32:07.587" v="366" actId="20577"/>
          <ac:spMkLst>
            <pc:docMk/>
            <pc:sldMk cId="3873635609" sldId="382"/>
            <ac:spMk id="9" creationId="{0057FB95-E115-56B0-B7D0-4EB14EB59A69}"/>
          </ac:spMkLst>
        </pc:spChg>
      </pc:sldChg>
      <pc:sldChg chg="add">
        <pc:chgData name="Aakash Dhakshnamoorthy" userId="b75e609f-f598-4aa8-b248-2dd33704270f" providerId="ADAL" clId="{C855EE3A-1F7C-4810-A8FE-3E00FDC9F0B1}" dt="2026-03-14T03:10:48.265" v="300"/>
        <pc:sldMkLst>
          <pc:docMk/>
          <pc:sldMk cId="2943129970" sldId="43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0131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F0C50-F268-EE08-D4B5-928F2BCA5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813533-ED20-5E70-7418-4D3249AD51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4C949-3FA1-B053-565E-3B5585863AF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677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B091F-C5F6-2617-FBE6-D597323B5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82DE90-A1B0-952E-CBC9-326A89BC64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0CDDF-578C-96A0-AC54-CA818B888E5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532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0D9B3-C8E0-9B8F-7CED-43F7666DB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110F77-9195-D112-8462-80B1CB200B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28C75-3E7E-1811-7FF6-F1E4F74969F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9972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CA6AE-9190-9950-8B54-83B9EC73D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3CA763-524E-DEB0-7568-8A1A16ECA8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9E0F2C-CCC0-02AE-A94A-5BF7DA215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BFA93-51BC-61C6-D7C4-87D04AD406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967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99764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chNexus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FD1C7-C024-4E1B-D922-328839DC9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600440" cy="36512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2C32DB-F538-E964-F119-73779D9F3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99660" y="6320472"/>
            <a:ext cx="2372360" cy="365125"/>
          </a:xfrm>
        </p:spPr>
        <p:txBody>
          <a:bodyPr/>
          <a:lstStyle/>
          <a:p>
            <a:r>
              <a:rPr lang="en-US" dirty="0"/>
              <a:t>TechNexus Community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C4181B-9454-6119-6E2B-EC5BCDE3B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2265" y="6356349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085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6301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872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eb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7623" y="1688691"/>
            <a:ext cx="6285409" cy="1064342"/>
          </a:xfrm>
        </p:spPr>
        <p:txBody>
          <a:bodyPr/>
          <a:lstStyle/>
          <a:p>
            <a:r>
              <a:rPr lang="en-US" sz="4000" dirty="0">
                <a:solidFill>
                  <a:schemeClr val="bg1"/>
                </a:solidFill>
              </a:rPr>
              <a:t>AAKASH 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DHAKSHNAMOORTHY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8" name="Picture 7" descr="A person in a suit&#10;&#10;AI-generated content may be incorrect.">
            <a:extLst>
              <a:ext uri="{FF2B5EF4-FFF2-40B4-BE49-F238E27FC236}">
                <a16:creationId xmlns:a16="http://schemas.microsoft.com/office/drawing/2014/main" id="{DFD391FD-F94C-AFB0-BD06-3B32850A3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2526" y="624577"/>
            <a:ext cx="2705881" cy="2946914"/>
          </a:xfrm>
          <a:prstGeom prst="rect">
            <a:avLst/>
          </a:prstGeom>
        </p:spPr>
      </p:pic>
      <p:sp>
        <p:nvSpPr>
          <p:cNvPr id="9" name="Subtitle 3">
            <a:extLst>
              <a:ext uri="{FF2B5EF4-FFF2-40B4-BE49-F238E27FC236}">
                <a16:creationId xmlns:a16="http://schemas.microsoft.com/office/drawing/2014/main" id="{0057FB95-E115-56B0-B7D0-4EB14EB59A69}"/>
              </a:ext>
            </a:extLst>
          </p:cNvPr>
          <p:cNvSpPr txBox="1">
            <a:spLocks/>
          </p:cNvSpPr>
          <p:nvPr/>
        </p:nvSpPr>
        <p:spPr>
          <a:xfrm>
            <a:off x="1303470" y="4366673"/>
            <a:ext cx="9209101" cy="10643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0" i="0" kern="120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</a:rPr>
              <a:t>Beyond </a:t>
            </a:r>
            <a:r>
              <a:rPr lang="en-US" sz="2400" dirty="0" err="1">
                <a:solidFill>
                  <a:schemeClr val="bg1"/>
                </a:solidFill>
              </a:rPr>
              <a:t>apis</a:t>
            </a:r>
            <a:r>
              <a:rPr lang="en-US" sz="2400" dirty="0">
                <a:solidFill>
                  <a:schemeClr val="bg1"/>
                </a:solidFill>
              </a:rPr>
              <a:t>: building browser-controlling ai </a:t>
            </a:r>
            <a:r>
              <a:rPr lang="en-US" sz="2400">
                <a:solidFill>
                  <a:schemeClr val="bg1"/>
                </a:solidFill>
              </a:rPr>
              <a:t>agents with ag2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3635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AF3B4A-D3F5-DB31-19D4-B55AFAA3C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91CDE5-4332-B310-1CE8-FC73EDFC3212}"/>
              </a:ext>
            </a:extLst>
          </p:cNvPr>
          <p:cNvSpPr txBox="1">
            <a:spLocks/>
          </p:cNvSpPr>
          <p:nvPr/>
        </p:nvSpPr>
        <p:spPr>
          <a:xfrm>
            <a:off x="6194716" y="739978"/>
            <a:ext cx="5334930" cy="30041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100" b="1" dirty="0"/>
              <a:t>AG2(Auto Gen) Framework</a:t>
            </a:r>
          </a:p>
        </p:txBody>
      </p:sp>
      <p:sp>
        <p:nvSpPr>
          <p:cNvPr id="2059" name="Freeform: Shape 2058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61" name="Freeform: Shape 2060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65" name="Freeform: Shape 2064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67" name="Freeform: Shape 2066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2052" name="Picture 4" descr="GMGN.AI Fast Trade, Fast Copy Trade, Fast AFK Automation.">
            <a:extLst>
              <a:ext uri="{FF2B5EF4-FFF2-40B4-BE49-F238E27FC236}">
                <a16:creationId xmlns:a16="http://schemas.microsoft.com/office/drawing/2014/main" id="{2D18AABD-EA72-275A-57DF-9E9108D63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" b="-5"/>
          <a:stretch>
            <a:fillRect/>
          </a:stretch>
        </p:blipFill>
        <p:spPr bwMode="auto"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9" name="Freeform: Shape 2068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AutoShape 2" descr="Image result for chi wang">
            <a:extLst>
              <a:ext uri="{FF2B5EF4-FFF2-40B4-BE49-F238E27FC236}">
                <a16:creationId xmlns:a16="http://schemas.microsoft.com/office/drawing/2014/main" id="{B0AC28D3-4167-BCBF-D903-CA5F189731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Image result for ag2 image">
            <a:extLst>
              <a:ext uri="{FF2B5EF4-FFF2-40B4-BE49-F238E27FC236}">
                <a16:creationId xmlns:a16="http://schemas.microsoft.com/office/drawing/2014/main" id="{9914247D-823D-CF90-BBAB-48ECC1D704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568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Image result for chi wang">
            <a:extLst>
              <a:ext uri="{FF2B5EF4-FFF2-40B4-BE49-F238E27FC236}">
                <a16:creationId xmlns:a16="http://schemas.microsoft.com/office/drawing/2014/main" id="{F544BA41-4086-6E30-2DA5-FC74F2B02F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E37E0E2-952E-56EF-267F-5B5C0A731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405882"/>
            <a:ext cx="4572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629476C-499A-0F5E-FD28-C3492AA5B3C7}"/>
              </a:ext>
            </a:extLst>
          </p:cNvPr>
          <p:cNvSpPr txBox="1">
            <a:spLocks/>
          </p:cNvSpPr>
          <p:nvPr/>
        </p:nvSpPr>
        <p:spPr>
          <a:xfrm>
            <a:off x="1454021" y="5472145"/>
            <a:ext cx="9938656" cy="963515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Chi Wang</a:t>
            </a:r>
          </a:p>
          <a:p>
            <a:r>
              <a:rPr lang="en-US" dirty="0"/>
              <a:t>Principal Researcher, Microsoft Research</a:t>
            </a:r>
          </a:p>
        </p:txBody>
      </p:sp>
    </p:spTree>
    <p:extLst>
      <p:ext uri="{BB962C8B-B14F-4D97-AF65-F5344CB8AC3E}">
        <p14:creationId xmlns:p14="http://schemas.microsoft.com/office/powerpoint/2010/main" val="2170651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6" name="Rectangle 308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5C377BAD-7244-FE8A-492B-8CF9DFAEDCB7}"/>
              </a:ext>
            </a:extLst>
          </p:cNvPr>
          <p:cNvSpPr txBox="1">
            <a:spLocks/>
          </p:cNvSpPr>
          <p:nvPr/>
        </p:nvSpPr>
        <p:spPr>
          <a:xfrm>
            <a:off x="572493" y="238539"/>
            <a:ext cx="11018520" cy="14344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5400" b="1"/>
              <a:t>AG2 Framework</a:t>
            </a:r>
          </a:p>
        </p:txBody>
      </p:sp>
      <p:sp>
        <p:nvSpPr>
          <p:cNvPr id="308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243863-D7E3-06F7-7B93-0D838EF7C1DC}"/>
              </a:ext>
            </a:extLst>
          </p:cNvPr>
          <p:cNvSpPr txBox="1">
            <a:spLocks/>
          </p:cNvSpPr>
          <p:nvPr/>
        </p:nvSpPr>
        <p:spPr>
          <a:xfrm>
            <a:off x="572493" y="2071316"/>
            <a:ext cx="6713552" cy="4119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-22860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  <a:ea typeface="+mn-ea"/>
                <a:cs typeface="+mn-cs"/>
              </a:rPr>
              <a:t>This was essentially a </a:t>
            </a:r>
            <a:r>
              <a:rPr lang="en-US" sz="2200" b="1" dirty="0">
                <a:latin typeface="+mn-lt"/>
                <a:ea typeface="+mn-ea"/>
                <a:cs typeface="+mn-cs"/>
              </a:rPr>
              <a:t>community fork</a:t>
            </a:r>
            <a:r>
              <a:rPr lang="en-US" sz="2200" dirty="0">
                <a:latin typeface="+mn-lt"/>
                <a:ea typeface="+mn-ea"/>
                <a:cs typeface="+mn-cs"/>
              </a:rPr>
              <a:t>. </a:t>
            </a:r>
          </a:p>
          <a:p>
            <a:pPr indent="-22860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latin typeface="+mn-lt"/>
              <a:ea typeface="+mn-ea"/>
              <a:cs typeface="+mn-cs"/>
            </a:endParaRPr>
          </a:p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2200" dirty="0">
              <a:latin typeface="+mn-lt"/>
              <a:ea typeface="+mn-ea"/>
              <a:cs typeface="+mn-cs"/>
            </a:endParaRPr>
          </a:p>
          <a:p>
            <a:pPr indent="-22860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  <a:ea typeface="+mn-ea"/>
                <a:cs typeface="+mn-cs"/>
              </a:rPr>
              <a:t>Wang took the </a:t>
            </a:r>
            <a:r>
              <a:rPr lang="en-US" sz="2200" dirty="0" err="1">
                <a:latin typeface="+mn-lt"/>
                <a:ea typeface="+mn-ea"/>
                <a:cs typeface="+mn-cs"/>
              </a:rPr>
              <a:t>AutoGen</a:t>
            </a:r>
            <a:r>
              <a:rPr lang="en-US" sz="2200" dirty="0">
                <a:latin typeface="+mn-lt"/>
                <a:ea typeface="+mn-ea"/>
                <a:cs typeface="+mn-cs"/>
              </a:rPr>
              <a:t> 0.2.x codebase (which millions were already using), gave it a new name, switched the license from MIT to </a:t>
            </a:r>
            <a:r>
              <a:rPr lang="en-US" sz="2200" b="1" dirty="0">
                <a:latin typeface="+mn-lt"/>
                <a:ea typeface="+mn-ea"/>
                <a:cs typeface="+mn-cs"/>
              </a:rPr>
              <a:t>Apache 2.0</a:t>
            </a:r>
            <a:r>
              <a:rPr lang="en-US" sz="2200" dirty="0">
                <a:latin typeface="+mn-lt"/>
                <a:ea typeface="+mn-ea"/>
                <a:cs typeface="+mn-cs"/>
              </a:rPr>
              <a:t> (which offers stronger commercial protections for contributors and users)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12B8BCF-FE5A-3099-18C2-7589D72FD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7" r="1325" b="-3"/>
          <a:stretch>
            <a:fillRect/>
          </a:stretch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9130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609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533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AG2?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5547360" cy="176784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85344" cy="1767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9" name="Text 7"/>
          <p:cNvSpPr/>
          <p:nvPr/>
        </p:nvSpPr>
        <p:spPr>
          <a:xfrm>
            <a:off x="609600" y="1767840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ConversableAgent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609600" y="2157984"/>
            <a:ext cx="5120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609600" y="2499360"/>
            <a:ext cx="5120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E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in AG2 is a ConversableAgent — can send/receive messages and generate responses using LLMs, tools, or human input.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78880" y="1645920"/>
            <a:ext cx="5547360" cy="176784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3" name="Shape 11"/>
          <p:cNvSpPr/>
          <p:nvPr/>
        </p:nvSpPr>
        <p:spPr>
          <a:xfrm>
            <a:off x="6278880" y="1645920"/>
            <a:ext cx="85344" cy="1767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6522720" y="1767840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Patterns</a:t>
            </a:r>
            <a:endParaRPr lang="en-US" sz="1867" dirty="0"/>
          </a:p>
        </p:txBody>
      </p:sp>
      <p:sp>
        <p:nvSpPr>
          <p:cNvPr id="15" name="Text 13"/>
          <p:cNvSpPr/>
          <p:nvPr/>
        </p:nvSpPr>
        <p:spPr>
          <a:xfrm>
            <a:off x="6522720" y="2157984"/>
            <a:ext cx="5120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modes</a:t>
            </a:r>
            <a:endParaRPr lang="en-US" sz="1333" dirty="0"/>
          </a:p>
        </p:txBody>
      </p:sp>
      <p:sp>
        <p:nvSpPr>
          <p:cNvPr id="16" name="Text 14"/>
          <p:cNvSpPr/>
          <p:nvPr/>
        </p:nvSpPr>
        <p:spPr>
          <a:xfrm>
            <a:off x="6522720" y="2499360"/>
            <a:ext cx="5120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E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Two-agent, sequential, group chat, nested chat, and swarm patterns — choose the right model for your workflow complexity.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596640"/>
            <a:ext cx="5547360" cy="176784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8" name="Shape 16"/>
          <p:cNvSpPr/>
          <p:nvPr/>
        </p:nvSpPr>
        <p:spPr>
          <a:xfrm>
            <a:off x="365760" y="3596640"/>
            <a:ext cx="85344" cy="1767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9" name="Text 17"/>
          <p:cNvSpPr/>
          <p:nvPr/>
        </p:nvSpPr>
        <p:spPr>
          <a:xfrm>
            <a:off x="609600" y="3718560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867" dirty="0"/>
          </a:p>
        </p:txBody>
      </p:sp>
      <p:sp>
        <p:nvSpPr>
          <p:cNvPr id="20" name="Text 18"/>
          <p:cNvSpPr/>
          <p:nvPr/>
        </p:nvSpPr>
        <p:spPr>
          <a:xfrm>
            <a:off x="609600" y="4108704"/>
            <a:ext cx="5120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oversight</a:t>
            </a:r>
            <a:endParaRPr lang="en-US" sz="1333" dirty="0"/>
          </a:p>
        </p:txBody>
      </p:sp>
      <p:sp>
        <p:nvSpPr>
          <p:cNvPr id="21" name="Text 19"/>
          <p:cNvSpPr/>
          <p:nvPr/>
        </p:nvSpPr>
        <p:spPr>
          <a:xfrm>
            <a:off x="609600" y="4450080"/>
            <a:ext cx="5120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E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Seamlessly integrate human judgment at any step. Configure when and how often human input is requested with one parameter.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78880" y="3596640"/>
            <a:ext cx="5547360" cy="176784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3" name="Shape 21"/>
          <p:cNvSpPr/>
          <p:nvPr/>
        </p:nvSpPr>
        <p:spPr>
          <a:xfrm>
            <a:off x="6278880" y="3596640"/>
            <a:ext cx="85344" cy="17678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4" name="Text 22"/>
          <p:cNvSpPr/>
          <p:nvPr/>
        </p:nvSpPr>
        <p:spPr>
          <a:xfrm>
            <a:off x="6522720" y="3718560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867" dirty="0"/>
          </a:p>
        </p:txBody>
      </p:sp>
      <p:sp>
        <p:nvSpPr>
          <p:cNvPr id="25" name="Text 23"/>
          <p:cNvSpPr/>
          <p:nvPr/>
        </p:nvSpPr>
        <p:spPr>
          <a:xfrm>
            <a:off x="6522720" y="4108704"/>
            <a:ext cx="5120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capabilities</a:t>
            </a:r>
            <a:endParaRPr lang="en-US" sz="1333" dirty="0"/>
          </a:p>
        </p:txBody>
      </p:sp>
      <p:sp>
        <p:nvSpPr>
          <p:cNvPr id="26" name="Text 24"/>
          <p:cNvSpPr/>
          <p:nvPr/>
        </p:nvSpPr>
        <p:spPr>
          <a:xfrm>
            <a:off x="6522720" y="4450080"/>
            <a:ext cx="5120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E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external programs, APIs, and custom functions. Agents invoke tools autonomously and incorporate results into reasoning.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" name="Shape 1"/>
          <p:cNvSpPr/>
          <p:nvPr/>
        </p:nvSpPr>
        <p:spPr>
          <a:xfrm>
            <a:off x="0" y="792480"/>
            <a:ext cx="12192000" cy="609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533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PATTERNS</a:t>
            </a:r>
            <a:endParaRPr lang="en-US" sz="1467" dirty="0"/>
          </a:p>
        </p:txBody>
      </p:sp>
      <p:sp>
        <p:nvSpPr>
          <p:cNvPr id="5" name="Shape 3"/>
          <p:cNvSpPr/>
          <p:nvPr/>
        </p:nvSpPr>
        <p:spPr>
          <a:xfrm>
            <a:off x="341376" y="1036320"/>
            <a:ext cx="2657856" cy="542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6" name="Shape 4"/>
          <p:cNvSpPr/>
          <p:nvPr/>
        </p:nvSpPr>
        <p:spPr>
          <a:xfrm>
            <a:off x="341376" y="1036320"/>
            <a:ext cx="2657856" cy="609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7" name="Text 5"/>
          <p:cNvSpPr/>
          <p:nvPr/>
        </p:nvSpPr>
        <p:spPr>
          <a:xfrm>
            <a:off x="341376" y="1036320"/>
            <a:ext cx="265785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67" dirty="0"/>
          </a:p>
        </p:txBody>
      </p:sp>
      <p:sp>
        <p:nvSpPr>
          <p:cNvPr id="8" name="Shape 6"/>
          <p:cNvSpPr/>
          <p:nvPr/>
        </p:nvSpPr>
        <p:spPr>
          <a:xfrm>
            <a:off x="707136" y="1792224"/>
            <a:ext cx="1926336" cy="792480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9" name="Text 7"/>
          <p:cNvSpPr/>
          <p:nvPr/>
        </p:nvSpPr>
        <p:spPr>
          <a:xfrm>
            <a:off x="707136" y="1792224"/>
            <a:ext cx="192633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&lt;-&gt; B</a:t>
            </a:r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463296" y="2743200"/>
            <a:ext cx="2414016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Two-Agent Chat</a:t>
            </a:r>
            <a:endParaRPr lang="en-US" sz="1733" dirty="0"/>
          </a:p>
        </p:txBody>
      </p:sp>
      <p:sp>
        <p:nvSpPr>
          <p:cNvPr id="11" name="Shape 9"/>
          <p:cNvSpPr/>
          <p:nvPr/>
        </p:nvSpPr>
        <p:spPr>
          <a:xfrm>
            <a:off x="585216" y="3291840"/>
            <a:ext cx="2170176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2" name="Text 10"/>
          <p:cNvSpPr/>
          <p:nvPr/>
        </p:nvSpPr>
        <p:spPr>
          <a:xfrm>
            <a:off x="463296" y="3450336"/>
            <a:ext cx="2414016" cy="1950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pattern. Two agents exchange messages back-and-forth. Ideal for validation, fact-checking, Q&amp;A workflows.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3296" y="5791200"/>
            <a:ext cx="2414016" cy="463296"/>
          </a:xfrm>
          <a:prstGeom prst="rect">
            <a:avLst/>
          </a:prstGeom>
          <a:solidFill>
            <a:srgbClr val="0891B2">
              <a:alpha val="15000"/>
            </a:srgbClr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463296" y="5791200"/>
            <a:ext cx="241401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Q&amp;A, fact-checking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3243072" y="1036320"/>
            <a:ext cx="2657856" cy="542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6" name="Shape 14"/>
          <p:cNvSpPr/>
          <p:nvPr/>
        </p:nvSpPr>
        <p:spPr>
          <a:xfrm>
            <a:off x="3243072" y="1036320"/>
            <a:ext cx="2657856" cy="609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7" name="Text 15"/>
          <p:cNvSpPr/>
          <p:nvPr/>
        </p:nvSpPr>
        <p:spPr>
          <a:xfrm>
            <a:off x="3243072" y="1036320"/>
            <a:ext cx="265785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67" dirty="0"/>
          </a:p>
        </p:txBody>
      </p:sp>
      <p:sp>
        <p:nvSpPr>
          <p:cNvPr id="18" name="Shape 16"/>
          <p:cNvSpPr/>
          <p:nvPr/>
        </p:nvSpPr>
        <p:spPr>
          <a:xfrm>
            <a:off x="3608832" y="1792224"/>
            <a:ext cx="1926336" cy="792480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9" name="Text 17"/>
          <p:cNvSpPr/>
          <p:nvPr/>
        </p:nvSpPr>
        <p:spPr>
          <a:xfrm>
            <a:off x="3608832" y="1792224"/>
            <a:ext cx="192633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B → C</a:t>
            </a:r>
            <a:endParaRPr lang="en-US" sz="1733" dirty="0"/>
          </a:p>
        </p:txBody>
      </p:sp>
      <p:sp>
        <p:nvSpPr>
          <p:cNvPr id="20" name="Text 18"/>
          <p:cNvSpPr/>
          <p:nvPr/>
        </p:nvSpPr>
        <p:spPr>
          <a:xfrm>
            <a:off x="3364992" y="2743200"/>
            <a:ext cx="2414016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Sequential Chat</a:t>
            </a:r>
            <a:endParaRPr lang="en-US" sz="1733" dirty="0"/>
          </a:p>
        </p:txBody>
      </p:sp>
      <p:sp>
        <p:nvSpPr>
          <p:cNvPr id="21" name="Shape 19"/>
          <p:cNvSpPr/>
          <p:nvPr/>
        </p:nvSpPr>
        <p:spPr>
          <a:xfrm>
            <a:off x="3486912" y="3291840"/>
            <a:ext cx="2170176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2" name="Text 20"/>
          <p:cNvSpPr/>
          <p:nvPr/>
        </p:nvSpPr>
        <p:spPr>
          <a:xfrm>
            <a:off x="3364992" y="3450336"/>
            <a:ext cx="2414016" cy="1950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two-agent chats. Summary of each chat carries forward as context to the next. Good for pipeline workflows.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64992" y="5791200"/>
            <a:ext cx="2414016" cy="463296"/>
          </a:xfrm>
          <a:prstGeom prst="rect">
            <a:avLst/>
          </a:prstGeom>
          <a:solidFill>
            <a:srgbClr val="22C55E">
              <a:alpha val="15000"/>
            </a:srgbClr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4" name="Text 22"/>
          <p:cNvSpPr/>
          <p:nvPr/>
        </p:nvSpPr>
        <p:spPr>
          <a:xfrm>
            <a:off x="3364992" y="5791200"/>
            <a:ext cx="241401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pipelines, reports</a:t>
            </a:r>
            <a:endParaRPr lang="en-US" sz="1333" dirty="0"/>
          </a:p>
        </p:txBody>
      </p:sp>
      <p:sp>
        <p:nvSpPr>
          <p:cNvPr id="25" name="Shape 23"/>
          <p:cNvSpPr/>
          <p:nvPr/>
        </p:nvSpPr>
        <p:spPr>
          <a:xfrm>
            <a:off x="6144768" y="1036320"/>
            <a:ext cx="2657856" cy="542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6" name="Shape 24"/>
          <p:cNvSpPr/>
          <p:nvPr/>
        </p:nvSpPr>
        <p:spPr>
          <a:xfrm>
            <a:off x="6144768" y="1036320"/>
            <a:ext cx="2657856" cy="6096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7" name="Text 25"/>
          <p:cNvSpPr/>
          <p:nvPr/>
        </p:nvSpPr>
        <p:spPr>
          <a:xfrm>
            <a:off x="6144768" y="1036320"/>
            <a:ext cx="265785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67" dirty="0"/>
          </a:p>
        </p:txBody>
      </p:sp>
      <p:sp>
        <p:nvSpPr>
          <p:cNvPr id="28" name="Shape 26"/>
          <p:cNvSpPr/>
          <p:nvPr/>
        </p:nvSpPr>
        <p:spPr>
          <a:xfrm>
            <a:off x="6510528" y="1792224"/>
            <a:ext cx="1926336" cy="792480"/>
          </a:xfrm>
          <a:prstGeom prst="rect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9" name="Text 27"/>
          <p:cNvSpPr/>
          <p:nvPr/>
        </p:nvSpPr>
        <p:spPr>
          <a:xfrm>
            <a:off x="6510528" y="1792224"/>
            <a:ext cx="192633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B + C</a:t>
            </a:r>
            <a:endParaRPr lang="en-US" sz="1733" dirty="0"/>
          </a:p>
        </p:txBody>
      </p:sp>
      <p:sp>
        <p:nvSpPr>
          <p:cNvPr id="30" name="Text 28"/>
          <p:cNvSpPr/>
          <p:nvPr/>
        </p:nvSpPr>
        <p:spPr>
          <a:xfrm>
            <a:off x="6266688" y="2743200"/>
            <a:ext cx="2414016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Chat</a:t>
            </a:r>
            <a:endParaRPr lang="en-US" sz="1733" dirty="0"/>
          </a:p>
        </p:txBody>
      </p:sp>
      <p:sp>
        <p:nvSpPr>
          <p:cNvPr id="31" name="Shape 29"/>
          <p:cNvSpPr/>
          <p:nvPr/>
        </p:nvSpPr>
        <p:spPr>
          <a:xfrm>
            <a:off x="6388608" y="3291840"/>
            <a:ext cx="2170176" cy="0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2" name="Text 30"/>
          <p:cNvSpPr/>
          <p:nvPr/>
        </p:nvSpPr>
        <p:spPr>
          <a:xfrm>
            <a:off x="6266688" y="3450336"/>
            <a:ext cx="2414016" cy="1950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agents collaborate. Supports AutoPattern (LLM picks next speaker), RoundRobin, Random, Manual, and Default patterns.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66688" y="5791200"/>
            <a:ext cx="2414016" cy="463296"/>
          </a:xfrm>
          <a:prstGeom prst="rect">
            <a:avLst/>
          </a:prstGeom>
          <a:solidFill>
            <a:srgbClr val="E8A020">
              <a:alpha val="15000"/>
            </a:srgbClr>
          </a:solidFill>
          <a:ln w="63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4" name="Text 32"/>
          <p:cNvSpPr/>
          <p:nvPr/>
        </p:nvSpPr>
        <p:spPr>
          <a:xfrm>
            <a:off x="6266688" y="5791200"/>
            <a:ext cx="241401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curriculum, design</a:t>
            </a:r>
            <a:endParaRPr lang="en-US" sz="1333" dirty="0"/>
          </a:p>
        </p:txBody>
      </p:sp>
      <p:sp>
        <p:nvSpPr>
          <p:cNvPr id="35" name="Shape 33"/>
          <p:cNvSpPr/>
          <p:nvPr/>
        </p:nvSpPr>
        <p:spPr>
          <a:xfrm>
            <a:off x="9046464" y="1036320"/>
            <a:ext cx="2657856" cy="542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36" name="Shape 34"/>
          <p:cNvSpPr/>
          <p:nvPr/>
        </p:nvSpPr>
        <p:spPr>
          <a:xfrm>
            <a:off x="9046464" y="1036320"/>
            <a:ext cx="2657856" cy="6096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7" name="Text 35"/>
          <p:cNvSpPr/>
          <p:nvPr/>
        </p:nvSpPr>
        <p:spPr>
          <a:xfrm>
            <a:off x="9046464" y="1036320"/>
            <a:ext cx="265785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67" dirty="0"/>
          </a:p>
        </p:txBody>
      </p:sp>
      <p:sp>
        <p:nvSpPr>
          <p:cNvPr id="38" name="Shape 36"/>
          <p:cNvSpPr/>
          <p:nvPr/>
        </p:nvSpPr>
        <p:spPr>
          <a:xfrm>
            <a:off x="9412224" y="1792224"/>
            <a:ext cx="1926336" cy="792480"/>
          </a:xfrm>
          <a:prstGeom prst="rect">
            <a:avLst/>
          </a:prstGeom>
          <a:solidFill>
            <a:srgbClr val="A855F7">
              <a:alpha val="12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9" name="Text 37"/>
          <p:cNvSpPr/>
          <p:nvPr/>
        </p:nvSpPr>
        <p:spPr>
          <a:xfrm>
            <a:off x="9412224" y="1792224"/>
            <a:ext cx="192633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handoffs</a:t>
            </a:r>
            <a:endParaRPr lang="en-US" sz="1733" dirty="0"/>
          </a:p>
        </p:txBody>
      </p:sp>
      <p:sp>
        <p:nvSpPr>
          <p:cNvPr id="40" name="Text 38"/>
          <p:cNvSpPr/>
          <p:nvPr/>
        </p:nvSpPr>
        <p:spPr>
          <a:xfrm>
            <a:off x="9168384" y="2743200"/>
            <a:ext cx="2414016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Swarm / Nested</a:t>
            </a:r>
            <a:endParaRPr lang="en-US" sz="1733" dirty="0"/>
          </a:p>
        </p:txBody>
      </p:sp>
      <p:sp>
        <p:nvSpPr>
          <p:cNvPr id="41" name="Shape 39"/>
          <p:cNvSpPr/>
          <p:nvPr/>
        </p:nvSpPr>
        <p:spPr>
          <a:xfrm>
            <a:off x="9290304" y="3291840"/>
            <a:ext cx="2170176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2" name="Text 40"/>
          <p:cNvSpPr/>
          <p:nvPr/>
        </p:nvSpPr>
        <p:spPr>
          <a:xfrm>
            <a:off x="9168384" y="3450336"/>
            <a:ext cx="2414016" cy="1950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hand off control based on conditions. Shared context across all agents. Unified into Group Chat in v0.9. Most powerful pattern.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9168384" y="5791200"/>
            <a:ext cx="2414016" cy="463296"/>
          </a:xfrm>
          <a:prstGeom prst="rect">
            <a:avLst/>
          </a:prstGeom>
          <a:solidFill>
            <a:srgbClr val="A855F7">
              <a:alpha val="15000"/>
            </a:srgbClr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4" name="Text 42"/>
          <p:cNvSpPr/>
          <p:nvPr/>
        </p:nvSpPr>
        <p:spPr>
          <a:xfrm>
            <a:off x="9168384" y="5791200"/>
            <a:ext cx="241401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service, compliance</a:t>
            </a:r>
            <a:endParaRPr lang="en-US" sz="133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C3BC9-3D89-EA18-1C28-C353D4452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9">
            <a:extLst>
              <a:ext uri="{FF2B5EF4-FFF2-40B4-BE49-F238E27FC236}">
                <a16:creationId xmlns:a16="http://schemas.microsoft.com/office/drawing/2014/main" id="{75CD97FE-9860-411F-1019-898BC4354427}"/>
              </a:ext>
            </a:extLst>
          </p:cNvPr>
          <p:cNvSpPr txBox="1"/>
          <p:nvPr/>
        </p:nvSpPr>
        <p:spPr>
          <a:xfrm>
            <a:off x="216535" y="561474"/>
            <a:ext cx="9440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alpha val="0"/>
                  </a:schemeClr>
                </a:solidFill>
                <a:latin typeface="Axiforma ExtraBold" panose="00000900000000000000" charset="0"/>
                <a:cs typeface="Axiforma ExtraBold" panose="00000900000000000000" charset="0"/>
              </a:rPr>
              <a:t>March 04, 2023</a:t>
            </a:r>
            <a:r>
              <a:rPr lang="en-US" dirty="0"/>
              <a:t> 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CB79ACE8-8B83-145A-CE26-026EA654FB5D}"/>
              </a:ext>
            </a:extLst>
          </p:cNvPr>
          <p:cNvSpPr txBox="1"/>
          <p:nvPr/>
        </p:nvSpPr>
        <p:spPr>
          <a:xfrm>
            <a:off x="9411335" y="439420"/>
            <a:ext cx="2088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tx1">
                    <a:alpha val="0"/>
                  </a:schemeClr>
                </a:solidFill>
                <a:latin typeface="Axiforma ExtraBold" panose="00000900000000000000" charset="0"/>
                <a:cs typeface="Axiforma ExtraBold" panose="00000900000000000000" charset="0"/>
              </a:rPr>
              <a:t>#AiForGood</a:t>
            </a:r>
            <a:endParaRPr lang="en-US" dirty="0">
              <a:solidFill>
                <a:schemeClr val="tx1">
                  <a:alpha val="0"/>
                </a:schemeClr>
              </a:solidFill>
              <a:latin typeface="Axiforma ExtraBold" panose="00000900000000000000" charset="0"/>
              <a:cs typeface="Axiforma ExtraBold" panose="00000900000000000000" charset="0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076963F-980D-9E04-52BA-91419FFC4D7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8600440" cy="365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          MCP</a:t>
            </a:r>
            <a:endParaRPr lang="en-IN" sz="4000" b="1" dirty="0"/>
          </a:p>
        </p:txBody>
      </p:sp>
      <p:pic>
        <p:nvPicPr>
          <p:cNvPr id="4" name="Picture 3" descr="A collage of men talking&#10;&#10;AI-generated content may be incorrect.">
            <a:extLst>
              <a:ext uri="{FF2B5EF4-FFF2-40B4-BE49-F238E27FC236}">
                <a16:creationId xmlns:a16="http://schemas.microsoft.com/office/drawing/2014/main" id="{BE085F73-ACFC-A492-D8A6-4284FC8F00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470" y="852304"/>
            <a:ext cx="6766905" cy="568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68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C8AB3-0454-2354-E211-FAC665D49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10">
            <a:extLst>
              <a:ext uri="{FF2B5EF4-FFF2-40B4-BE49-F238E27FC236}">
                <a16:creationId xmlns:a16="http://schemas.microsoft.com/office/drawing/2014/main" id="{D4DF7667-8EDF-08A4-0232-E1BB765E2373}"/>
              </a:ext>
            </a:extLst>
          </p:cNvPr>
          <p:cNvSpPr txBox="1"/>
          <p:nvPr/>
        </p:nvSpPr>
        <p:spPr>
          <a:xfrm>
            <a:off x="9411335" y="439420"/>
            <a:ext cx="2088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alpha val="0"/>
                  </a:schemeClr>
                </a:solidFill>
                <a:latin typeface="Axiforma ExtraBold" panose="00000900000000000000" charset="0"/>
                <a:cs typeface="Axiforma ExtraBold" panose="00000900000000000000" charset="0"/>
              </a:rPr>
              <a:t>#AiForGood</a:t>
            </a:r>
          </a:p>
        </p:txBody>
      </p:sp>
      <p:sp>
        <p:nvSpPr>
          <p:cNvPr id="2" name="Text Box 9">
            <a:extLst>
              <a:ext uri="{FF2B5EF4-FFF2-40B4-BE49-F238E27FC236}">
                <a16:creationId xmlns:a16="http://schemas.microsoft.com/office/drawing/2014/main" id="{A181793F-D5AA-EC73-937E-25F53CEDB2FD}"/>
              </a:ext>
            </a:extLst>
          </p:cNvPr>
          <p:cNvSpPr txBox="1"/>
          <p:nvPr/>
        </p:nvSpPr>
        <p:spPr>
          <a:xfrm>
            <a:off x="216535" y="561474"/>
            <a:ext cx="9440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alpha val="0"/>
                  </a:schemeClr>
                </a:solidFill>
                <a:latin typeface="Axiforma ExtraBold" panose="00000900000000000000" charset="0"/>
                <a:cs typeface="Axiforma ExtraBold" panose="00000900000000000000" charset="0"/>
              </a:rPr>
              <a:t>March 04, 2023</a:t>
            </a:r>
            <a:r>
              <a:rPr lang="en-US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B17E76-FF66-2D43-FF62-71F122D90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MCP Architecture: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E7A658-A661-CF32-065E-9463768F1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78" y="1232739"/>
            <a:ext cx="10320464" cy="518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307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27CA5-7F61-1165-9FBD-EFB8C3A2F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10">
            <a:extLst>
              <a:ext uri="{FF2B5EF4-FFF2-40B4-BE49-F238E27FC236}">
                <a16:creationId xmlns:a16="http://schemas.microsoft.com/office/drawing/2014/main" id="{02921D24-5E72-FEEE-0B18-33F695E32652}"/>
              </a:ext>
            </a:extLst>
          </p:cNvPr>
          <p:cNvSpPr txBox="1"/>
          <p:nvPr/>
        </p:nvSpPr>
        <p:spPr>
          <a:xfrm>
            <a:off x="9411335" y="439420"/>
            <a:ext cx="2088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alpha val="0"/>
                  </a:schemeClr>
                </a:solidFill>
                <a:latin typeface="Axiforma ExtraBold" panose="00000900000000000000" charset="0"/>
                <a:cs typeface="Axiforma ExtraBold" panose="00000900000000000000" charset="0"/>
              </a:rPr>
              <a:t>#AiForGood</a:t>
            </a:r>
          </a:p>
        </p:txBody>
      </p:sp>
      <p:sp>
        <p:nvSpPr>
          <p:cNvPr id="2" name="Text Box 9">
            <a:extLst>
              <a:ext uri="{FF2B5EF4-FFF2-40B4-BE49-F238E27FC236}">
                <a16:creationId xmlns:a16="http://schemas.microsoft.com/office/drawing/2014/main" id="{D482444F-A8DD-29C9-4423-A35A26AF2BFD}"/>
              </a:ext>
            </a:extLst>
          </p:cNvPr>
          <p:cNvSpPr txBox="1"/>
          <p:nvPr/>
        </p:nvSpPr>
        <p:spPr>
          <a:xfrm>
            <a:off x="216535" y="561474"/>
            <a:ext cx="9440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alpha val="0"/>
                  </a:schemeClr>
                </a:solidFill>
                <a:latin typeface="Axiforma ExtraBold" panose="00000900000000000000" charset="0"/>
                <a:cs typeface="Axiforma ExtraBold" panose="00000900000000000000" charset="0"/>
              </a:rPr>
              <a:t>March 04, 2023</a:t>
            </a:r>
            <a:r>
              <a:rPr lang="en-US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362CE4-62A7-1E30-F043-5B946C70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859"/>
            <a:ext cx="10592544" cy="110621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F1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protocol.</a:t>
            </a:r>
            <a:br>
              <a:rPr lang="en-US" b="1" dirty="0">
                <a:solidFill>
                  <a:srgbClr val="0F1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b="1" dirty="0">
                <a:solidFill>
                  <a:srgbClr val="0F1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 standard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8F3509-F746-B771-D603-69769E082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55" y="1471339"/>
            <a:ext cx="10669489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767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" name="Text 1"/>
          <p:cNvSpPr/>
          <p:nvPr/>
        </p:nvSpPr>
        <p:spPr>
          <a:xfrm>
            <a:off x="487680" y="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LIFECYCLE</a:t>
            </a:r>
            <a:endParaRPr lang="en-US" sz="1467" dirty="0"/>
          </a:p>
        </p:txBody>
      </p:sp>
      <p:sp>
        <p:nvSpPr>
          <p:cNvPr id="4" name="Shape 2"/>
          <p:cNvSpPr/>
          <p:nvPr/>
        </p:nvSpPr>
        <p:spPr>
          <a:xfrm>
            <a:off x="426720" y="1097280"/>
            <a:ext cx="2621280" cy="52425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4F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" name="Shape 3"/>
          <p:cNvSpPr/>
          <p:nvPr/>
        </p:nvSpPr>
        <p:spPr>
          <a:xfrm>
            <a:off x="1280160" y="1280160"/>
            <a:ext cx="914400" cy="9144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" name="Text 4"/>
          <p:cNvSpPr/>
          <p:nvPr/>
        </p:nvSpPr>
        <p:spPr>
          <a:xfrm>
            <a:off x="128016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Handshake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70560" y="2987040"/>
            <a:ext cx="21336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9" name="Text 7"/>
          <p:cNvSpPr/>
          <p:nvPr/>
        </p:nvSpPr>
        <p:spPr>
          <a:xfrm>
            <a:off x="548640" y="3169920"/>
            <a:ext cx="2377440" cy="2987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initialize with protocol version &amp; capabilities. Server responds. Client sends initialized notification.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48000" y="4145280"/>
            <a:ext cx="2438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2" name="Shape 10"/>
          <p:cNvSpPr/>
          <p:nvPr/>
        </p:nvSpPr>
        <p:spPr>
          <a:xfrm>
            <a:off x="3291840" y="1097280"/>
            <a:ext cx="2621280" cy="52425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4F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3" name="Shape 11"/>
          <p:cNvSpPr/>
          <p:nvPr/>
        </p:nvSpPr>
        <p:spPr>
          <a:xfrm>
            <a:off x="4145280" y="1280160"/>
            <a:ext cx="914400" cy="9144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414528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67" dirty="0"/>
          </a:p>
        </p:txBody>
      </p:sp>
      <p:sp>
        <p:nvSpPr>
          <p:cNvPr id="15" name="Text 13"/>
          <p:cNvSpPr/>
          <p:nvPr/>
        </p:nvSpPr>
        <p:spPr>
          <a:xfrm>
            <a:off x="341376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535680" y="2987040"/>
            <a:ext cx="21336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7" name="Text 15"/>
          <p:cNvSpPr/>
          <p:nvPr/>
        </p:nvSpPr>
        <p:spPr>
          <a:xfrm>
            <a:off x="3413760" y="3169920"/>
            <a:ext cx="2377440" cy="2987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calls tools/list, resources/list. Server returns its manifest of capabilities. LLM receives this to know what it can use.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13120" y="4145280"/>
            <a:ext cx="2438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0" name="Shape 18"/>
          <p:cNvSpPr/>
          <p:nvPr/>
        </p:nvSpPr>
        <p:spPr>
          <a:xfrm>
            <a:off x="6156960" y="1097280"/>
            <a:ext cx="2621280" cy="52425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4F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1" name="Shape 19"/>
          <p:cNvSpPr/>
          <p:nvPr/>
        </p:nvSpPr>
        <p:spPr>
          <a:xfrm>
            <a:off x="7010400" y="1280160"/>
            <a:ext cx="914400" cy="9144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2" name="Text 20"/>
          <p:cNvSpPr/>
          <p:nvPr/>
        </p:nvSpPr>
        <p:spPr>
          <a:xfrm>
            <a:off x="701040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67" dirty="0"/>
          </a:p>
        </p:txBody>
      </p:sp>
      <p:sp>
        <p:nvSpPr>
          <p:cNvPr id="23" name="Text 21"/>
          <p:cNvSpPr/>
          <p:nvPr/>
        </p:nvSpPr>
        <p:spPr>
          <a:xfrm>
            <a:off x="627888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Invocation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400800" y="2987040"/>
            <a:ext cx="21336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5" name="Text 23"/>
          <p:cNvSpPr/>
          <p:nvPr/>
        </p:nvSpPr>
        <p:spPr>
          <a:xfrm>
            <a:off x="6278880" y="3169920"/>
            <a:ext cx="2377440" cy="2987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 to call a tool. Client sends tools/call via JSON-RPC 2.0. Server executes and returns typed content (text, image, resource).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778240" y="4145280"/>
            <a:ext cx="2438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8" name="Shape 26"/>
          <p:cNvSpPr/>
          <p:nvPr/>
        </p:nvSpPr>
        <p:spPr>
          <a:xfrm>
            <a:off x="9022080" y="1097280"/>
            <a:ext cx="2621280" cy="52425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4F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9" name="Shape 27"/>
          <p:cNvSpPr/>
          <p:nvPr/>
        </p:nvSpPr>
        <p:spPr>
          <a:xfrm>
            <a:off x="9875520" y="1280160"/>
            <a:ext cx="914400" cy="9144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0" name="Text 28"/>
          <p:cNvSpPr/>
          <p:nvPr/>
        </p:nvSpPr>
        <p:spPr>
          <a:xfrm>
            <a:off x="987552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67" dirty="0"/>
          </a:p>
        </p:txBody>
      </p:sp>
      <p:sp>
        <p:nvSpPr>
          <p:cNvPr id="31" name="Text 29"/>
          <p:cNvSpPr/>
          <p:nvPr/>
        </p:nvSpPr>
        <p:spPr>
          <a:xfrm>
            <a:off x="914400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Shutdown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9265920" y="2987040"/>
            <a:ext cx="213360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3" name="Text 31"/>
          <p:cNvSpPr/>
          <p:nvPr/>
        </p:nvSpPr>
        <p:spPr>
          <a:xfrm>
            <a:off x="9144000" y="3169920"/>
            <a:ext cx="2377440" cy="2987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protocol message needed. STDIO: client closes stdin. HTTP: connection closed. Server terminates cleanly.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F97CF0-07B3-618D-AE1D-507F8F668504}"/>
              </a:ext>
            </a:extLst>
          </p:cNvPr>
          <p:cNvSpPr txBox="1">
            <a:spLocks/>
          </p:cNvSpPr>
          <p:nvPr/>
        </p:nvSpPr>
        <p:spPr>
          <a:xfrm>
            <a:off x="651587" y="2642116"/>
            <a:ext cx="10592544" cy="1106214"/>
          </a:xfr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F1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AG2 + MCP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3051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E6276-1A16-2FC1-0D29-ECC41C09A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2DFA75-677F-56B8-E66D-BE319A755716}"/>
              </a:ext>
            </a:extLst>
          </p:cNvPr>
          <p:cNvSpPr txBox="1">
            <a:spLocks/>
          </p:cNvSpPr>
          <p:nvPr/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Ag2 Loop Works</a:t>
            </a: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85DC76-B8F0-F2C5-81F3-0FC052D21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0050" y="105442"/>
            <a:ext cx="7102592" cy="664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178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" name="Text 1"/>
          <p:cNvSpPr/>
          <p:nvPr/>
        </p:nvSpPr>
        <p:spPr>
          <a:xfrm>
            <a:off x="609600" y="1103376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933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COMPLETE FLOW</a:t>
            </a:r>
            <a:endParaRPr lang="en-US" sz="6933" dirty="0"/>
          </a:p>
        </p:txBody>
      </p:sp>
      <p:sp>
        <p:nvSpPr>
          <p:cNvPr id="4" name="Text 2"/>
          <p:cNvSpPr/>
          <p:nvPr/>
        </p:nvSpPr>
        <p:spPr>
          <a:xfrm>
            <a:off x="609600" y="304800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· Browser Automation · Agent Architecture</a:t>
            </a:r>
            <a:endParaRPr lang="en-US" sz="2133" dirty="0"/>
          </a:p>
        </p:txBody>
      </p:sp>
      <p:sp>
        <p:nvSpPr>
          <p:cNvPr id="5" name="Shape 3"/>
          <p:cNvSpPr/>
          <p:nvPr/>
        </p:nvSpPr>
        <p:spPr>
          <a:xfrm>
            <a:off x="3657600" y="3840480"/>
            <a:ext cx="4876800" cy="48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" name="Shape 4"/>
          <p:cNvSpPr/>
          <p:nvPr/>
        </p:nvSpPr>
        <p:spPr>
          <a:xfrm>
            <a:off x="1828800" y="4267200"/>
            <a:ext cx="8534400" cy="1219200"/>
          </a:xfrm>
          <a:prstGeom prst="roundRect">
            <a:avLst>
              <a:gd name="adj" fmla="val 10000"/>
            </a:avLst>
          </a:prstGeom>
          <a:solidFill>
            <a:srgbClr val="1E2D4F"/>
          </a:solidFill>
          <a:ln w="1905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7" name="Text 5"/>
          <p:cNvSpPr/>
          <p:nvPr/>
        </p:nvSpPr>
        <p:spPr>
          <a:xfrm>
            <a:off x="1828800" y="4328160"/>
            <a:ext cx="853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"go to google.com, type 'Python tutorials', press Enter, tell me first result"</a:t>
            </a:r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365760" y="5791200"/>
            <a:ext cx="1645920" cy="6096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9" name="Text 7"/>
          <p:cNvSpPr/>
          <p:nvPr/>
        </p:nvSpPr>
        <p:spPr>
          <a:xfrm>
            <a:off x="365760" y="5791200"/>
            <a:ext cx="1645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Route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2279904" y="5791200"/>
            <a:ext cx="1645920" cy="609600"/>
          </a:xfrm>
          <a:prstGeom prst="roundRect">
            <a:avLst>
              <a:gd name="adj" fmla="val 16000"/>
            </a:avLst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2279904" y="5791200"/>
            <a:ext cx="1645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Persona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4194048" y="5791200"/>
            <a:ext cx="1645920" cy="609600"/>
          </a:xfrm>
          <a:prstGeom prst="roundRect">
            <a:avLst>
              <a:gd name="adj" fmla="val 16000"/>
            </a:avLst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/>
          <p:nvPr/>
        </p:nvSpPr>
        <p:spPr>
          <a:xfrm>
            <a:off x="4194048" y="5791200"/>
            <a:ext cx="1645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Navigate</a:t>
            </a:r>
            <a:endParaRPr lang="en-US" sz="1467" dirty="0"/>
          </a:p>
        </p:txBody>
      </p:sp>
      <p:sp>
        <p:nvSpPr>
          <p:cNvPr id="14" name="Shape 12"/>
          <p:cNvSpPr/>
          <p:nvPr/>
        </p:nvSpPr>
        <p:spPr>
          <a:xfrm>
            <a:off x="6108192" y="5791200"/>
            <a:ext cx="1645920" cy="609600"/>
          </a:xfrm>
          <a:prstGeom prst="roundRect">
            <a:avLst>
              <a:gd name="adj" fmla="val 16000"/>
            </a:avLst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5" name="Text 13"/>
          <p:cNvSpPr/>
          <p:nvPr/>
        </p:nvSpPr>
        <p:spPr>
          <a:xfrm>
            <a:off x="6108192" y="5791200"/>
            <a:ext cx="1645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Type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8022336" y="5791200"/>
            <a:ext cx="1645920" cy="609600"/>
          </a:xfrm>
          <a:prstGeom prst="roundRect">
            <a:avLst>
              <a:gd name="adj" fmla="val 16000"/>
            </a:avLst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7" name="Text 15"/>
          <p:cNvSpPr/>
          <p:nvPr/>
        </p:nvSpPr>
        <p:spPr>
          <a:xfrm>
            <a:off x="8022336" y="5791200"/>
            <a:ext cx="1645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Enter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9936480" y="5791200"/>
            <a:ext cx="1645920" cy="609600"/>
          </a:xfrm>
          <a:prstGeom prst="roundRect">
            <a:avLst>
              <a:gd name="adj" fmla="val 16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9" name="Text 17"/>
          <p:cNvSpPr/>
          <p:nvPr/>
        </p:nvSpPr>
        <p:spPr>
          <a:xfrm>
            <a:off x="9936480" y="5791200"/>
            <a:ext cx="1645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Result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" name="Text 1"/>
          <p:cNvSpPr/>
          <p:nvPr/>
        </p:nvSpPr>
        <p:spPr>
          <a:xfrm>
            <a:off x="609600" y="18288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1: ROUTING &amp; PERSONA ASSIGNMENT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487680" y="1036320"/>
            <a:ext cx="11216640" cy="792480"/>
          </a:xfrm>
          <a:prstGeom prst="rect">
            <a:avLst/>
          </a:prstGeom>
          <a:solidFill>
            <a:srgbClr val="1E2D4F"/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5" name="Text 3"/>
          <p:cNvSpPr/>
          <p:nvPr/>
        </p:nvSpPr>
        <p:spPr>
          <a:xfrm>
            <a:off x="609600" y="1072896"/>
            <a:ext cx="109728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👤  User: "go to google.com, type 'Python tutorials', press Enter, tell me first result"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730240" y="1853184"/>
            <a:ext cx="731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7C3AED"/>
                </a:solidFill>
              </a:rPr>
              <a:t>▼</a:t>
            </a:r>
            <a:endParaRPr lang="en-US" sz="2667" dirty="0"/>
          </a:p>
        </p:txBody>
      </p:sp>
      <p:sp>
        <p:nvSpPr>
          <p:cNvPr id="7" name="Shape 5"/>
          <p:cNvSpPr/>
          <p:nvPr/>
        </p:nvSpPr>
        <p:spPr>
          <a:xfrm>
            <a:off x="3048000" y="2255520"/>
            <a:ext cx="6096000" cy="1584960"/>
          </a:xfrm>
          <a:prstGeom prst="rect">
            <a:avLst/>
          </a:prstGeom>
          <a:solidFill>
            <a:srgbClr val="1E2D4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8" name="Shape 6"/>
          <p:cNvSpPr/>
          <p:nvPr/>
        </p:nvSpPr>
        <p:spPr>
          <a:xfrm>
            <a:off x="3048000" y="2255520"/>
            <a:ext cx="6096000" cy="853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9" name="Text 7"/>
          <p:cNvSpPr/>
          <p:nvPr/>
        </p:nvSpPr>
        <p:spPr>
          <a:xfrm>
            <a:off x="3048000" y="2340864"/>
            <a:ext cx="6096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ROUTER AGENT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3169920" y="2804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reads: "go to google", "type", "press Enter"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3169920" y="319430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Classifies as:  "ui"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30240" y="3840480"/>
            <a:ext cx="731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00C2CB"/>
                </a:solidFill>
              </a:rPr>
              <a:t>▼</a:t>
            </a:r>
            <a:endParaRPr lang="en-US" sz="2667" dirty="0"/>
          </a:p>
        </p:txBody>
      </p:sp>
      <p:sp>
        <p:nvSpPr>
          <p:cNvPr id="13" name="Shape 11"/>
          <p:cNvSpPr/>
          <p:nvPr/>
        </p:nvSpPr>
        <p:spPr>
          <a:xfrm>
            <a:off x="975360" y="4267200"/>
            <a:ext cx="3048000" cy="1097280"/>
          </a:xfrm>
          <a:prstGeom prst="rect">
            <a:avLst/>
          </a:prstGeom>
          <a:solidFill>
            <a:srgbClr val="1E2D4F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975360" y="4328160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SEARCH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75360" y="4852416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/ news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4511040" y="4267200"/>
            <a:ext cx="3048000" cy="1097280"/>
          </a:xfrm>
          <a:prstGeom prst="rect">
            <a:avLst/>
          </a:prstGeom>
          <a:solidFill>
            <a:srgbClr val="00C2CB"/>
          </a:solidFill>
          <a:ln w="254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7" name="Text 15"/>
          <p:cNvSpPr/>
          <p:nvPr/>
        </p:nvSpPr>
        <p:spPr>
          <a:xfrm>
            <a:off x="4511040" y="4328160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F17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11040" y="4852416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actions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8046720" y="4267200"/>
            <a:ext cx="3048000" cy="1097280"/>
          </a:xfrm>
          <a:prstGeom prst="rect">
            <a:avLst/>
          </a:prstGeom>
          <a:solidFill>
            <a:srgbClr val="1E2D4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0" name="Text 18"/>
          <p:cNvSpPr/>
          <p:nvPr/>
        </p:nvSpPr>
        <p:spPr>
          <a:xfrm>
            <a:off x="8046720" y="4328160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046720" y="4852416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talk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5730240" y="5425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00C2CB"/>
                </a:solidFill>
              </a:rPr>
              <a:t>▼</a:t>
            </a:r>
            <a:endParaRPr lang="en-US" sz="2667" dirty="0"/>
          </a:p>
        </p:txBody>
      </p:sp>
      <p:sp>
        <p:nvSpPr>
          <p:cNvPr id="23" name="Shape 21"/>
          <p:cNvSpPr/>
          <p:nvPr/>
        </p:nvSpPr>
        <p:spPr>
          <a:xfrm>
            <a:off x="487680" y="5791200"/>
            <a:ext cx="11216640" cy="792480"/>
          </a:xfrm>
          <a:prstGeom prst="rect">
            <a:avLst/>
          </a:prstGeom>
          <a:solidFill>
            <a:srgbClr val="1E2D4F"/>
          </a:solidFill>
          <a:ln w="1905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4" name="Text 22"/>
          <p:cNvSpPr/>
          <p:nvPr/>
        </p:nvSpPr>
        <p:spPr>
          <a:xfrm>
            <a:off x="609600" y="5827776"/>
            <a:ext cx="109728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assistant_agent gets UI persona: "Navigate → Read → Click/Type → Enter → Confirm"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" name="Text 1"/>
          <p:cNvSpPr/>
          <p:nvPr/>
        </p:nvSpPr>
        <p:spPr>
          <a:xfrm>
            <a:off x="1572768" y="128016"/>
            <a:ext cx="11216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2: navigate_to("https://google.com")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24000" y="1548384"/>
            <a:ext cx="48768" cy="256032"/>
          </a:xfrm>
          <a:prstGeom prst="rect">
            <a:avLst/>
          </a:prstGeom>
          <a:solidFill>
            <a:srgbClr val="2A3F6A"/>
          </a:solidFill>
          <a:ln w="1270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" name="Shape 3"/>
          <p:cNvSpPr/>
          <p:nvPr/>
        </p:nvSpPr>
        <p:spPr>
          <a:xfrm>
            <a:off x="1280160" y="1158240"/>
            <a:ext cx="463296" cy="463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" name="Text 4"/>
          <p:cNvSpPr/>
          <p:nvPr/>
        </p:nvSpPr>
        <p:spPr>
          <a:xfrm>
            <a:off x="1280160" y="1158240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F1729"/>
                </a:solidFill>
              </a:rPr>
              <a:t>1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1950720" y="1036320"/>
            <a:ext cx="9753600" cy="646176"/>
          </a:xfrm>
          <a:prstGeom prst="rect">
            <a:avLst/>
          </a:prstGeom>
          <a:solidFill>
            <a:srgbClr val="1E2D4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/>
          <p:nvPr/>
        </p:nvSpPr>
        <p:spPr>
          <a:xfrm>
            <a:off x="2072640" y="1085088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Agent  </a:t>
            </a:r>
            <a:endParaRPr lang="en-US" sz="1333" dirty="0"/>
          </a:p>
        </p:txBody>
      </p:sp>
      <p:sp>
        <p:nvSpPr>
          <p:cNvPr id="9" name="Text 7"/>
          <p:cNvSpPr/>
          <p:nvPr/>
        </p:nvSpPr>
        <p:spPr>
          <a:xfrm>
            <a:off x="4328160" y="1085088"/>
            <a:ext cx="725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call: navigate_to("https://google.com")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1524000" y="2316480"/>
            <a:ext cx="48768" cy="256032"/>
          </a:xfrm>
          <a:prstGeom prst="rect">
            <a:avLst/>
          </a:prstGeom>
          <a:solidFill>
            <a:srgbClr val="2A3F6A"/>
          </a:solidFill>
          <a:ln w="1270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Shape 9"/>
          <p:cNvSpPr/>
          <p:nvPr/>
        </p:nvSpPr>
        <p:spPr>
          <a:xfrm>
            <a:off x="1280160" y="1926336"/>
            <a:ext cx="463296" cy="4632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2" name="Text 10"/>
          <p:cNvSpPr/>
          <p:nvPr/>
        </p:nvSpPr>
        <p:spPr>
          <a:xfrm>
            <a:off x="1280160" y="1926336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F1729"/>
                </a:solidFill>
              </a:rPr>
              <a:t>2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1950720" y="1804416"/>
            <a:ext cx="9753600" cy="646176"/>
          </a:xfrm>
          <a:prstGeom prst="rect">
            <a:avLst/>
          </a:prstGeom>
          <a:solidFill>
            <a:srgbClr val="1E2D4F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2072640" y="1853184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Agent  </a:t>
            </a:r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4328160" y="1853184"/>
            <a:ext cx="725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 navigate_to() Python function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1524000" y="3084576"/>
            <a:ext cx="48768" cy="256032"/>
          </a:xfrm>
          <a:prstGeom prst="rect">
            <a:avLst/>
          </a:prstGeom>
          <a:solidFill>
            <a:srgbClr val="2A3F6A"/>
          </a:solidFill>
          <a:ln w="1270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7" name="Shape 15"/>
          <p:cNvSpPr/>
          <p:nvPr/>
        </p:nvSpPr>
        <p:spPr>
          <a:xfrm>
            <a:off x="1280160" y="2694432"/>
            <a:ext cx="463296" cy="463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8" name="Text 16"/>
          <p:cNvSpPr/>
          <p:nvPr/>
        </p:nvSpPr>
        <p:spPr>
          <a:xfrm>
            <a:off x="1280160" y="2694432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F1729"/>
                </a:solidFill>
              </a:rPr>
              <a:t>3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1950720" y="2572512"/>
            <a:ext cx="9753600" cy="646176"/>
          </a:xfrm>
          <a:prstGeom prst="rect">
            <a:avLst/>
          </a:prstGeom>
          <a:solidFill>
            <a:srgbClr val="1E2D4F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0" name="Text 18"/>
          <p:cNvSpPr/>
          <p:nvPr/>
        </p:nvSpPr>
        <p:spPr>
          <a:xfrm>
            <a:off x="2072640" y="26212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navigate_to()  </a:t>
            </a:r>
            <a:endParaRPr lang="en-US" sz="1333" dirty="0"/>
          </a:p>
        </p:txBody>
      </p:sp>
      <p:sp>
        <p:nvSpPr>
          <p:cNvPr id="21" name="Text 19"/>
          <p:cNvSpPr/>
          <p:nvPr/>
        </p:nvSpPr>
        <p:spPr>
          <a:xfrm>
            <a:off x="4328160" y="2621280"/>
            <a:ext cx="725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mcp.call("chrome", "navigate_page", {url: ...})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1524000" y="3852672"/>
            <a:ext cx="48768" cy="256032"/>
          </a:xfrm>
          <a:prstGeom prst="rect">
            <a:avLst/>
          </a:prstGeom>
          <a:solidFill>
            <a:srgbClr val="2A3F6A"/>
          </a:solidFill>
          <a:ln w="1270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3" name="Shape 21"/>
          <p:cNvSpPr/>
          <p:nvPr/>
        </p:nvSpPr>
        <p:spPr>
          <a:xfrm>
            <a:off x="1280160" y="3462528"/>
            <a:ext cx="463296" cy="4632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4" name="Text 22"/>
          <p:cNvSpPr/>
          <p:nvPr/>
        </p:nvSpPr>
        <p:spPr>
          <a:xfrm>
            <a:off x="1280160" y="3462528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F1729"/>
                </a:solidFill>
              </a:rPr>
              <a:t>4</a:t>
            </a:r>
            <a:endParaRPr lang="en-US" sz="1467" dirty="0"/>
          </a:p>
        </p:txBody>
      </p:sp>
      <p:sp>
        <p:nvSpPr>
          <p:cNvPr id="25" name="Shape 23"/>
          <p:cNvSpPr/>
          <p:nvPr/>
        </p:nvSpPr>
        <p:spPr>
          <a:xfrm>
            <a:off x="1950720" y="3340608"/>
            <a:ext cx="9753600" cy="646176"/>
          </a:xfrm>
          <a:prstGeom prst="rect">
            <a:avLst/>
          </a:prstGeom>
          <a:solidFill>
            <a:srgbClr val="1E2D4F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6" name="Text 24"/>
          <p:cNvSpPr/>
          <p:nvPr/>
        </p:nvSpPr>
        <p:spPr>
          <a:xfrm>
            <a:off x="2072640" y="3389376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MCPClient._send()  </a:t>
            </a:r>
            <a:endParaRPr lang="en-US" sz="1333" dirty="0"/>
          </a:p>
        </p:txBody>
      </p:sp>
      <p:sp>
        <p:nvSpPr>
          <p:cNvPr id="27" name="Text 25"/>
          <p:cNvSpPr/>
          <p:nvPr/>
        </p:nvSpPr>
        <p:spPr>
          <a:xfrm>
            <a:off x="4328160" y="3389376"/>
            <a:ext cx="725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Writes JSON-RPC to Chrome MCP stdin pipe</a:t>
            </a:r>
            <a:endParaRPr lang="en-US" sz="1333" dirty="0"/>
          </a:p>
        </p:txBody>
      </p:sp>
      <p:sp>
        <p:nvSpPr>
          <p:cNvPr id="28" name="Shape 26"/>
          <p:cNvSpPr/>
          <p:nvPr/>
        </p:nvSpPr>
        <p:spPr>
          <a:xfrm>
            <a:off x="1524000" y="4620768"/>
            <a:ext cx="48768" cy="256032"/>
          </a:xfrm>
          <a:prstGeom prst="rect">
            <a:avLst/>
          </a:prstGeom>
          <a:solidFill>
            <a:srgbClr val="2A3F6A"/>
          </a:solidFill>
          <a:ln w="1270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9" name="Shape 27"/>
          <p:cNvSpPr/>
          <p:nvPr/>
        </p:nvSpPr>
        <p:spPr>
          <a:xfrm>
            <a:off x="1280160" y="4230624"/>
            <a:ext cx="463296" cy="463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0" name="Text 28"/>
          <p:cNvSpPr/>
          <p:nvPr/>
        </p:nvSpPr>
        <p:spPr>
          <a:xfrm>
            <a:off x="1280160" y="4230624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F1729"/>
                </a:solidFill>
              </a:rPr>
              <a:t>5</a:t>
            </a:r>
            <a:endParaRPr lang="en-US" sz="1467" dirty="0"/>
          </a:p>
        </p:txBody>
      </p:sp>
      <p:sp>
        <p:nvSpPr>
          <p:cNvPr id="31" name="Shape 29"/>
          <p:cNvSpPr/>
          <p:nvPr/>
        </p:nvSpPr>
        <p:spPr>
          <a:xfrm>
            <a:off x="1950720" y="4108704"/>
            <a:ext cx="9753600" cy="646176"/>
          </a:xfrm>
          <a:prstGeom prst="rect">
            <a:avLst/>
          </a:prstGeom>
          <a:solidFill>
            <a:srgbClr val="1E2D4F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32" name="Text 30"/>
          <p:cNvSpPr/>
          <p:nvPr/>
        </p:nvSpPr>
        <p:spPr>
          <a:xfrm>
            <a:off x="2072640" y="4157472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MCP  </a:t>
            </a:r>
            <a:endParaRPr lang="en-US" sz="1333" dirty="0"/>
          </a:p>
        </p:txBody>
      </p:sp>
      <p:sp>
        <p:nvSpPr>
          <p:cNvPr id="33" name="Text 31"/>
          <p:cNvSpPr/>
          <p:nvPr/>
        </p:nvSpPr>
        <p:spPr>
          <a:xfrm>
            <a:off x="4328160" y="4157472"/>
            <a:ext cx="725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 Chrome DevTools → Chrome loads google.com</a:t>
            </a:r>
            <a:endParaRPr lang="en-US" sz="1333" dirty="0"/>
          </a:p>
        </p:txBody>
      </p:sp>
      <p:sp>
        <p:nvSpPr>
          <p:cNvPr id="34" name="Shape 32"/>
          <p:cNvSpPr/>
          <p:nvPr/>
        </p:nvSpPr>
        <p:spPr>
          <a:xfrm>
            <a:off x="1524000" y="5388864"/>
            <a:ext cx="48768" cy="256032"/>
          </a:xfrm>
          <a:prstGeom prst="rect">
            <a:avLst/>
          </a:prstGeom>
          <a:solidFill>
            <a:srgbClr val="2A3F6A"/>
          </a:solidFill>
          <a:ln w="1270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5" name="Shape 33"/>
          <p:cNvSpPr/>
          <p:nvPr/>
        </p:nvSpPr>
        <p:spPr>
          <a:xfrm>
            <a:off x="1280160" y="4998720"/>
            <a:ext cx="463296" cy="463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6" name="Text 34"/>
          <p:cNvSpPr/>
          <p:nvPr/>
        </p:nvSpPr>
        <p:spPr>
          <a:xfrm>
            <a:off x="1280160" y="4998720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F1729"/>
                </a:solidFill>
              </a:rPr>
              <a:t>6</a:t>
            </a:r>
            <a:endParaRPr lang="en-US" sz="1467" dirty="0"/>
          </a:p>
        </p:txBody>
      </p:sp>
      <p:sp>
        <p:nvSpPr>
          <p:cNvPr id="37" name="Shape 35"/>
          <p:cNvSpPr/>
          <p:nvPr/>
        </p:nvSpPr>
        <p:spPr>
          <a:xfrm>
            <a:off x="1950720" y="4876800"/>
            <a:ext cx="9753600" cy="646176"/>
          </a:xfrm>
          <a:prstGeom prst="rect">
            <a:avLst/>
          </a:prstGeom>
          <a:solidFill>
            <a:srgbClr val="1E2D4F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38" name="Text 36"/>
          <p:cNvSpPr/>
          <p:nvPr/>
        </p:nvSpPr>
        <p:spPr>
          <a:xfrm>
            <a:off x="2072640" y="4925568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navigate_to()  </a:t>
            </a:r>
            <a:endParaRPr lang="en-US" sz="1333" dirty="0"/>
          </a:p>
        </p:txBody>
      </p:sp>
      <p:sp>
        <p:nvSpPr>
          <p:cNvPr id="39" name="Text 37"/>
          <p:cNvSpPr/>
          <p:nvPr/>
        </p:nvSpPr>
        <p:spPr>
          <a:xfrm>
            <a:off x="4328160" y="4925568"/>
            <a:ext cx="725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time.sleep(2) then calls get_snapshot()</a:t>
            </a:r>
            <a:endParaRPr lang="en-US" sz="1333" dirty="0"/>
          </a:p>
        </p:txBody>
      </p:sp>
      <p:sp>
        <p:nvSpPr>
          <p:cNvPr id="40" name="Shape 38"/>
          <p:cNvSpPr/>
          <p:nvPr/>
        </p:nvSpPr>
        <p:spPr>
          <a:xfrm>
            <a:off x="1280160" y="5766816"/>
            <a:ext cx="463296" cy="4632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1" name="Text 39"/>
          <p:cNvSpPr/>
          <p:nvPr/>
        </p:nvSpPr>
        <p:spPr>
          <a:xfrm>
            <a:off x="1280160" y="5766816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F1729"/>
                </a:solidFill>
              </a:rPr>
              <a:t>7</a:t>
            </a:r>
            <a:endParaRPr lang="en-US" sz="1467" dirty="0"/>
          </a:p>
        </p:txBody>
      </p:sp>
      <p:sp>
        <p:nvSpPr>
          <p:cNvPr id="42" name="Shape 40"/>
          <p:cNvSpPr/>
          <p:nvPr/>
        </p:nvSpPr>
        <p:spPr>
          <a:xfrm>
            <a:off x="1950720" y="5644896"/>
            <a:ext cx="9753600" cy="646176"/>
          </a:xfrm>
          <a:prstGeom prst="rect">
            <a:avLst/>
          </a:prstGeom>
          <a:solidFill>
            <a:srgbClr val="1E2D4F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43" name="Text 41"/>
          <p:cNvSpPr/>
          <p:nvPr/>
        </p:nvSpPr>
        <p:spPr>
          <a:xfrm>
            <a:off x="2072640" y="5693664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get_snapshot()  </a:t>
            </a:r>
            <a:endParaRPr lang="en-US" sz="1333" dirty="0"/>
          </a:p>
        </p:txBody>
      </p:sp>
      <p:sp>
        <p:nvSpPr>
          <p:cNvPr id="44" name="Text 42"/>
          <p:cNvSpPr/>
          <p:nvPr/>
        </p:nvSpPr>
        <p:spPr>
          <a:xfrm>
            <a:off x="4328160" y="5693664"/>
            <a:ext cx="725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mcp.call("chrome", "take_snapshot") → extract_text()</a:t>
            </a:r>
            <a:endParaRPr lang="en-US" sz="1333" dirty="0"/>
          </a:p>
        </p:txBody>
      </p:sp>
      <p:sp>
        <p:nvSpPr>
          <p:cNvPr id="45" name="Shape 43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" name="Text 1"/>
          <p:cNvSpPr/>
          <p:nvPr/>
        </p:nvSpPr>
        <p:spPr>
          <a:xfrm>
            <a:off x="487680" y="182880"/>
            <a:ext cx="112166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33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JSON-RPC 2.0 — HOW PYTHON TALKS TO CHROME MCP</a:t>
            </a:r>
            <a:endParaRPr lang="en-US" sz="2533" dirty="0"/>
          </a:p>
        </p:txBody>
      </p:sp>
      <p:sp>
        <p:nvSpPr>
          <p:cNvPr id="4" name="Shape 2"/>
          <p:cNvSpPr/>
          <p:nvPr/>
        </p:nvSpPr>
        <p:spPr>
          <a:xfrm>
            <a:off x="365760" y="975360"/>
            <a:ext cx="5242560" cy="4267200"/>
          </a:xfrm>
          <a:prstGeom prst="rect">
            <a:avLst/>
          </a:prstGeom>
          <a:solidFill>
            <a:srgbClr val="1E2D4F"/>
          </a:solidFill>
          <a:ln w="1905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5" name="Shape 3"/>
          <p:cNvSpPr/>
          <p:nvPr/>
        </p:nvSpPr>
        <p:spPr>
          <a:xfrm>
            <a:off x="365760" y="975360"/>
            <a:ext cx="5242560" cy="9753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" name="Text 4"/>
          <p:cNvSpPr/>
          <p:nvPr/>
        </p:nvSpPr>
        <p:spPr>
          <a:xfrm>
            <a:off x="487680" y="1072896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Python → Chrome MCP  (stdin)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487680" y="1609344"/>
            <a:ext cx="4998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33" dirty="0"/>
          </a:p>
          <a:p>
            <a:r>
              <a:rPr lang="en-US" sz="1333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"jsonrpc": "2.0",</a:t>
            </a:r>
            <a:endParaRPr lang="en-US" sz="1333" dirty="0"/>
          </a:p>
          <a:p>
            <a:r>
              <a:rPr lang="en-US" sz="1333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1,</a:t>
            </a:r>
            <a:endParaRPr lang="en-US" sz="1333" dirty="0"/>
          </a:p>
          <a:p>
            <a:r>
              <a:rPr lang="en-US" sz="1333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"method": "tools/call",</a:t>
            </a:r>
            <a:endParaRPr lang="en-US" sz="1333" dirty="0"/>
          </a:p>
          <a:p>
            <a:r>
              <a:rPr lang="en-US" sz="1333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"params": {</a:t>
            </a:r>
            <a:endParaRPr lang="en-US" sz="1333" dirty="0"/>
          </a:p>
          <a:p>
            <a:r>
              <a:rPr lang="en-US" sz="1333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"navigate_page",</a:t>
            </a:r>
            <a:endParaRPr lang="en-US" sz="1333" dirty="0"/>
          </a:p>
          <a:p>
            <a:r>
              <a:rPr lang="en-US" sz="1333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"arguments": {</a:t>
            </a:r>
            <a:endParaRPr lang="en-US" sz="1333" dirty="0"/>
          </a:p>
          <a:p>
            <a:r>
              <a:rPr lang="en-US" sz="1333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"url": "https://google.com"</a:t>
            </a:r>
            <a:endParaRPr lang="en-US" sz="1333" dirty="0"/>
          </a:p>
          <a:p>
            <a:r>
              <a:rPr lang="en-US" sz="1333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33" dirty="0"/>
          </a:p>
          <a:p>
            <a:r>
              <a:rPr lang="en-US" sz="1333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33" dirty="0"/>
          </a:p>
          <a:p>
            <a:r>
              <a:rPr lang="en-US" sz="1333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33" dirty="0"/>
          </a:p>
        </p:txBody>
      </p:sp>
      <p:sp>
        <p:nvSpPr>
          <p:cNvPr id="8" name="Text 6"/>
          <p:cNvSpPr/>
          <p:nvPr/>
        </p:nvSpPr>
        <p:spPr>
          <a:xfrm>
            <a:off x="5669280" y="2804160"/>
            <a:ext cx="731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dirty="0">
                <a:solidFill>
                  <a:srgbClr val="94A3B8"/>
                </a:solidFill>
              </a:rPr>
              <a:t>→</a:t>
            </a:r>
            <a:endParaRPr lang="en-US" sz="3733" dirty="0"/>
          </a:p>
        </p:txBody>
      </p:sp>
      <p:sp>
        <p:nvSpPr>
          <p:cNvPr id="9" name="Text 7"/>
          <p:cNvSpPr/>
          <p:nvPr/>
        </p:nvSpPr>
        <p:spPr>
          <a:xfrm>
            <a:off x="5669280" y="3474720"/>
            <a:ext cx="731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dirty="0">
                <a:solidFill>
                  <a:srgbClr val="94A3B8"/>
                </a:solidFill>
              </a:rPr>
              <a:t>←</a:t>
            </a:r>
            <a:endParaRPr lang="en-US" sz="3733" dirty="0"/>
          </a:p>
        </p:txBody>
      </p:sp>
      <p:sp>
        <p:nvSpPr>
          <p:cNvPr id="10" name="Shape 8"/>
          <p:cNvSpPr/>
          <p:nvPr/>
        </p:nvSpPr>
        <p:spPr>
          <a:xfrm>
            <a:off x="6461760" y="975360"/>
            <a:ext cx="5242560" cy="4267200"/>
          </a:xfrm>
          <a:prstGeom prst="rect">
            <a:avLst/>
          </a:prstGeom>
          <a:solidFill>
            <a:srgbClr val="1E2D4F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1" name="Shape 9"/>
          <p:cNvSpPr/>
          <p:nvPr/>
        </p:nvSpPr>
        <p:spPr>
          <a:xfrm>
            <a:off x="6461760" y="975360"/>
            <a:ext cx="5242560" cy="975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2" name="Text 10"/>
          <p:cNvSpPr/>
          <p:nvPr/>
        </p:nvSpPr>
        <p:spPr>
          <a:xfrm>
            <a:off x="6583680" y="1072896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Chrome MCP → Python  (stdout)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6583680" y="1609344"/>
            <a:ext cx="4998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33" dirty="0"/>
          </a:p>
          <a:p>
            <a:r>
              <a:rPr lang="en-US" sz="1333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"jsonrpc": "2.0",</a:t>
            </a:r>
            <a:endParaRPr lang="en-US" sz="1333" dirty="0"/>
          </a:p>
          <a:p>
            <a:r>
              <a:rPr lang="en-US" sz="1333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1,</a:t>
            </a:r>
            <a:endParaRPr lang="en-US" sz="1333" dirty="0"/>
          </a:p>
          <a:p>
            <a:r>
              <a:rPr lang="en-US" sz="1333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"result": {</a:t>
            </a:r>
            <a:endParaRPr lang="en-US" sz="1333" dirty="0"/>
          </a:p>
          <a:p>
            <a:r>
              <a:rPr lang="en-US" sz="1333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"content": [</a:t>
            </a:r>
            <a:endParaRPr lang="en-US" sz="1333" dirty="0"/>
          </a:p>
          <a:p>
            <a:r>
              <a:rPr lang="en-US" sz="1333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1333" dirty="0"/>
          </a:p>
          <a:p>
            <a:r>
              <a:rPr lang="en-US" sz="1333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"type": "text",</a:t>
            </a:r>
            <a:endParaRPr lang="en-US" sz="1333" dirty="0"/>
          </a:p>
          <a:p>
            <a:r>
              <a:rPr lang="en-US" sz="1333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"text": "Navigated to</a:t>
            </a:r>
            <a:endParaRPr lang="en-US" sz="1333" dirty="0"/>
          </a:p>
          <a:p>
            <a:r>
              <a:rPr lang="en-US" sz="1333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https://google.com"</a:t>
            </a:r>
            <a:endParaRPr lang="en-US" sz="1333" dirty="0"/>
          </a:p>
          <a:p>
            <a:r>
              <a:rPr lang="en-US" sz="1333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333" dirty="0"/>
          </a:p>
          <a:p>
            <a:r>
              <a:rPr lang="en-US" sz="1333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333" dirty="0"/>
          </a:p>
          <a:p>
            <a:r>
              <a:rPr lang="en-US" sz="1333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33" dirty="0"/>
          </a:p>
          <a:p>
            <a:r>
              <a:rPr lang="en-US" sz="1333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33" dirty="0"/>
          </a:p>
        </p:txBody>
      </p:sp>
      <p:sp>
        <p:nvSpPr>
          <p:cNvPr id="16" name="Text 14"/>
          <p:cNvSpPr/>
          <p:nvPr/>
        </p:nvSpPr>
        <p:spPr>
          <a:xfrm>
            <a:off x="609600" y="585216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"Google | Search box | I'm feeling lucky | Google offered in: ..."</a:t>
            </a:r>
            <a:endParaRPr lang="en-US" sz="1467" dirty="0"/>
          </a:p>
        </p:txBody>
      </p:sp>
      <p:sp>
        <p:nvSpPr>
          <p:cNvPr id="17" name="Shape 15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8" name="Shape 42">
            <a:extLst>
              <a:ext uri="{FF2B5EF4-FFF2-40B4-BE49-F238E27FC236}">
                <a16:creationId xmlns:a16="http://schemas.microsoft.com/office/drawing/2014/main" id="{B58CE6F8-562B-8096-D122-60F13E9BD770}"/>
              </a:ext>
            </a:extLst>
          </p:cNvPr>
          <p:cNvSpPr/>
          <p:nvPr/>
        </p:nvSpPr>
        <p:spPr>
          <a:xfrm>
            <a:off x="1599267" y="5370327"/>
            <a:ext cx="8595360" cy="1280160"/>
          </a:xfrm>
          <a:prstGeom prst="rect">
            <a:avLst/>
          </a:prstGeom>
          <a:solidFill>
            <a:srgbClr val="1E2D4F"/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43">
            <a:extLst>
              <a:ext uri="{FF2B5EF4-FFF2-40B4-BE49-F238E27FC236}">
                <a16:creationId xmlns:a16="http://schemas.microsoft.com/office/drawing/2014/main" id="{1B1BDD87-E869-F77F-7275-7502A1CF9CD2}"/>
              </a:ext>
            </a:extLst>
          </p:cNvPr>
          <p:cNvSpPr/>
          <p:nvPr/>
        </p:nvSpPr>
        <p:spPr>
          <a:xfrm>
            <a:off x="1599267" y="5370327"/>
            <a:ext cx="85953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44">
            <a:extLst>
              <a:ext uri="{FF2B5EF4-FFF2-40B4-BE49-F238E27FC236}">
                <a16:creationId xmlns:a16="http://schemas.microsoft.com/office/drawing/2014/main" id="{AEDD9D9E-1A1D-1D59-D811-017B2D62BBA0}"/>
              </a:ext>
            </a:extLst>
          </p:cNvPr>
          <p:cNvSpPr/>
          <p:nvPr/>
        </p:nvSpPr>
        <p:spPr>
          <a:xfrm>
            <a:off x="1782147" y="5443479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LAYER (underneath all browser calls)</a:t>
            </a:r>
            <a:endParaRPr lang="en-US" sz="1200" dirty="0"/>
          </a:p>
        </p:txBody>
      </p:sp>
      <p:sp>
        <p:nvSpPr>
          <p:cNvPr id="21" name="Text 45">
            <a:extLst>
              <a:ext uri="{FF2B5EF4-FFF2-40B4-BE49-F238E27FC236}">
                <a16:creationId xmlns:a16="http://schemas.microsoft.com/office/drawing/2014/main" id="{A562E5E1-B0A2-30B6-7F1F-BF81CD027592}"/>
              </a:ext>
            </a:extLst>
          </p:cNvPr>
          <p:cNvSpPr/>
          <p:nvPr/>
        </p:nvSpPr>
        <p:spPr>
          <a:xfrm>
            <a:off x="1782147" y="5790951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→ MCPClient._send() → JSON-RPC 2.0 over stdin pipe → chrome-devtools-mcp (Node.js) → Chrome DevTools Protocol → Real Chrome Browser</a:t>
            </a:r>
            <a:endParaRPr lang="en-US" sz="1100" dirty="0"/>
          </a:p>
        </p:txBody>
      </p:sp>
      <p:sp>
        <p:nvSpPr>
          <p:cNvPr id="22" name="Text 46">
            <a:extLst>
              <a:ext uri="{FF2B5EF4-FFF2-40B4-BE49-F238E27FC236}">
                <a16:creationId xmlns:a16="http://schemas.microsoft.com/office/drawing/2014/main" id="{30DEE48A-B5DB-A7BD-357F-153F2A1B40C9}"/>
              </a:ext>
            </a:extLst>
          </p:cNvPr>
          <p:cNvSpPr/>
          <p:nvPr/>
        </p:nvSpPr>
        <p:spPr>
          <a:xfrm>
            <a:off x="1782147" y="6174999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call = one JSON-RPC request/response cycle over subprocess pipes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2">
            <a:extLst>
              <a:ext uri="{FF2B5EF4-FFF2-40B4-BE49-F238E27FC236}">
                <a16:creationId xmlns:a16="http://schemas.microsoft.com/office/drawing/2014/main" id="{3C889536-D14F-979B-5545-1AE48087C12A}"/>
              </a:ext>
            </a:extLst>
          </p:cNvPr>
          <p:cNvSpPr/>
          <p:nvPr/>
        </p:nvSpPr>
        <p:spPr>
          <a:xfrm>
            <a:off x="656892" y="2859271"/>
            <a:ext cx="10878264" cy="1620167"/>
          </a:xfrm>
          <a:prstGeom prst="rect">
            <a:avLst/>
          </a:prstGeom>
          <a:solidFill>
            <a:srgbClr val="1E2D4F"/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43">
            <a:extLst>
              <a:ext uri="{FF2B5EF4-FFF2-40B4-BE49-F238E27FC236}">
                <a16:creationId xmlns:a16="http://schemas.microsoft.com/office/drawing/2014/main" id="{B15071C6-5564-69EE-CE6D-BB839009792F}"/>
              </a:ext>
            </a:extLst>
          </p:cNvPr>
          <p:cNvSpPr/>
          <p:nvPr/>
        </p:nvSpPr>
        <p:spPr>
          <a:xfrm>
            <a:off x="656891" y="2859272"/>
            <a:ext cx="10878217" cy="81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4">
            <a:extLst>
              <a:ext uri="{FF2B5EF4-FFF2-40B4-BE49-F238E27FC236}">
                <a16:creationId xmlns:a16="http://schemas.microsoft.com/office/drawing/2014/main" id="{A5DD1DD6-C5C6-F205-AC51-3E77C4C79DF8}"/>
              </a:ext>
            </a:extLst>
          </p:cNvPr>
          <p:cNvSpPr/>
          <p:nvPr/>
        </p:nvSpPr>
        <p:spPr>
          <a:xfrm>
            <a:off x="839772" y="2932424"/>
            <a:ext cx="10415366" cy="40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LAYER (underneath all browser calls)</a:t>
            </a:r>
            <a:endParaRPr lang="en-US" sz="1200" dirty="0"/>
          </a:p>
        </p:txBody>
      </p:sp>
      <p:sp>
        <p:nvSpPr>
          <p:cNvPr id="7" name="Text 45">
            <a:extLst>
              <a:ext uri="{FF2B5EF4-FFF2-40B4-BE49-F238E27FC236}">
                <a16:creationId xmlns:a16="http://schemas.microsoft.com/office/drawing/2014/main" id="{2EB824DA-1B7E-B19E-00CD-E11A59C48B5A}"/>
              </a:ext>
            </a:extLst>
          </p:cNvPr>
          <p:cNvSpPr/>
          <p:nvPr/>
        </p:nvSpPr>
        <p:spPr>
          <a:xfrm>
            <a:off x="839771" y="3279895"/>
            <a:ext cx="10415363" cy="46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→ MCPClient._send() → JSON-RPC 2.0 over stdin pipe → chrome-devtools-mcp (Node.js) → Chrome DevTools Protocol → Real Chrome Browser</a:t>
            </a:r>
            <a:endParaRPr lang="en-US" sz="1100" dirty="0"/>
          </a:p>
        </p:txBody>
      </p:sp>
      <p:sp>
        <p:nvSpPr>
          <p:cNvPr id="8" name="Text 46">
            <a:extLst>
              <a:ext uri="{FF2B5EF4-FFF2-40B4-BE49-F238E27FC236}">
                <a16:creationId xmlns:a16="http://schemas.microsoft.com/office/drawing/2014/main" id="{CC379318-8745-2BA2-C68D-1D878E64188B}"/>
              </a:ext>
            </a:extLst>
          </p:cNvPr>
          <p:cNvSpPr/>
          <p:nvPr/>
        </p:nvSpPr>
        <p:spPr>
          <a:xfrm>
            <a:off x="839772" y="3663944"/>
            <a:ext cx="10415366" cy="40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call = one JSON-RPC request/response cycle over subprocess pipes</a:t>
            </a:r>
            <a:endParaRPr lang="en-US" sz="11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5AEB27EA-E62C-570A-0519-31497B3CF0D9}"/>
              </a:ext>
            </a:extLst>
          </p:cNvPr>
          <p:cNvSpPr/>
          <p:nvPr/>
        </p:nvSpPr>
        <p:spPr>
          <a:xfrm>
            <a:off x="3517656" y="1102879"/>
            <a:ext cx="6298148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33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FLOW SUMMARY</a:t>
            </a:r>
            <a:endParaRPr lang="en-US" sz="2533" dirty="0"/>
          </a:p>
        </p:txBody>
      </p:sp>
    </p:spTree>
    <p:extLst>
      <p:ext uri="{BB962C8B-B14F-4D97-AF65-F5344CB8AC3E}">
        <p14:creationId xmlns:p14="http://schemas.microsoft.com/office/powerpoint/2010/main" val="3587848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8A8AE-771E-39E7-B53B-6BBAC9030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1164D58-0B95-EBC3-48B7-E0EDCF3FFC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4" name="Picture 3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57F988D6-F8E3-EE1C-7633-3EC8C15F8E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647" y="657509"/>
            <a:ext cx="5797210" cy="57972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0CB579-4AF9-462A-5CAA-66769CD3B06F}"/>
              </a:ext>
            </a:extLst>
          </p:cNvPr>
          <p:cNvSpPr txBox="1"/>
          <p:nvPr/>
        </p:nvSpPr>
        <p:spPr>
          <a:xfrm>
            <a:off x="7698122" y="4985209"/>
            <a:ext cx="15014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CONNECT ME HERE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974A073A-9988-5CC8-6073-973A2CB353EB}"/>
              </a:ext>
            </a:extLst>
          </p:cNvPr>
          <p:cNvCxnSpPr>
            <a:cxnSpLocks/>
          </p:cNvCxnSpPr>
          <p:nvPr/>
        </p:nvCxnSpPr>
        <p:spPr>
          <a:xfrm rot="10800000">
            <a:off x="6501245" y="4582390"/>
            <a:ext cx="1100147" cy="1004210"/>
          </a:xfrm>
          <a:prstGeom prst="curved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  <a:effectLst>
            <a:outerShdw blurRad="107950" dist="12700" dir="5400000" algn="ctr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129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984</Words>
  <Application>Microsoft Office PowerPoint</Application>
  <PresentationFormat>Widescreen</PresentationFormat>
  <Paragraphs>163</Paragraphs>
  <Slides>18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Black</vt:lpstr>
      <vt:lpstr>Axiforma ExtraBold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MCP Architecture:</vt:lpstr>
      <vt:lpstr>One protocol. Universal standard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Aakash Dhakshnamoorthy</cp:lastModifiedBy>
  <cp:revision>1</cp:revision>
  <dcterms:created xsi:type="dcterms:W3CDTF">2026-03-13T16:45:32Z</dcterms:created>
  <dcterms:modified xsi:type="dcterms:W3CDTF">2026-03-14T03:32:07Z</dcterms:modified>
</cp:coreProperties>
</file>