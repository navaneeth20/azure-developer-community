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0"/>
  </p:notesMasterIdLst>
  <p:sldIdLst>
    <p:sldId id="256" r:id="rId2"/>
    <p:sldId id="280" r:id="rId3"/>
    <p:sldId id="262" r:id="rId4"/>
    <p:sldId id="276" r:id="rId5"/>
    <p:sldId id="278" r:id="rId6"/>
    <p:sldId id="263" r:id="rId7"/>
    <p:sldId id="265" r:id="rId8"/>
    <p:sldId id="266" r:id="rId9"/>
    <p:sldId id="269" r:id="rId10"/>
    <p:sldId id="272" r:id="rId11"/>
    <p:sldId id="274" r:id="rId12"/>
    <p:sldId id="282" r:id="rId13"/>
    <p:sldId id="268" r:id="rId14"/>
    <p:sldId id="284" r:id="rId15"/>
    <p:sldId id="283" r:id="rId16"/>
    <p:sldId id="281" r:id="rId17"/>
    <p:sldId id="273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C7E9E3-0C42-492B-98F0-63F9468FB90D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8357DCC-D497-4675-A140-414B5D4399CE}">
      <dgm:prSet/>
      <dgm:spPr/>
      <dgm:t>
        <a:bodyPr/>
        <a:lstStyle/>
        <a:p>
          <a:pPr>
            <a:defRPr cap="all"/>
          </a:pPr>
          <a:r>
            <a:rPr lang="en-IN"/>
            <a:t>What is Azure Open AI</a:t>
          </a:r>
          <a:endParaRPr lang="en-US"/>
        </a:p>
      </dgm:t>
    </dgm:pt>
    <dgm:pt modelId="{7B389F9C-48CC-41E9-AE8E-1D016F8D1A66}" type="parTrans" cxnId="{24C65B5E-EC18-41D4-BAED-FA09D951EAED}">
      <dgm:prSet/>
      <dgm:spPr/>
      <dgm:t>
        <a:bodyPr/>
        <a:lstStyle/>
        <a:p>
          <a:endParaRPr lang="en-US"/>
        </a:p>
      </dgm:t>
    </dgm:pt>
    <dgm:pt modelId="{8652E62B-2880-4EFA-9738-021B6CAA487B}" type="sibTrans" cxnId="{24C65B5E-EC18-41D4-BAED-FA09D951EAED}">
      <dgm:prSet/>
      <dgm:spPr/>
      <dgm:t>
        <a:bodyPr/>
        <a:lstStyle/>
        <a:p>
          <a:endParaRPr lang="en-US"/>
        </a:p>
      </dgm:t>
    </dgm:pt>
    <dgm:pt modelId="{7081417D-A819-403D-AFEA-E6E308933D94}">
      <dgm:prSet/>
      <dgm:spPr/>
      <dgm:t>
        <a:bodyPr/>
        <a:lstStyle/>
        <a:p>
          <a:pPr>
            <a:defRPr cap="all"/>
          </a:pPr>
          <a:r>
            <a:rPr lang="en-IN" dirty="0"/>
            <a:t>Difference between </a:t>
          </a:r>
          <a:r>
            <a:rPr lang="en-IN" dirty="0" err="1"/>
            <a:t>chatgpt</a:t>
          </a:r>
          <a:r>
            <a:rPr lang="en-IN" dirty="0"/>
            <a:t> and Azure Open AI</a:t>
          </a:r>
          <a:endParaRPr lang="en-US" dirty="0"/>
        </a:p>
      </dgm:t>
    </dgm:pt>
    <dgm:pt modelId="{065551AD-73FB-489D-B490-29B0B86FECDB}" type="parTrans" cxnId="{C5E2CABB-CADE-4506-9302-5FD52D864FDC}">
      <dgm:prSet/>
      <dgm:spPr/>
      <dgm:t>
        <a:bodyPr/>
        <a:lstStyle/>
        <a:p>
          <a:endParaRPr lang="en-US"/>
        </a:p>
      </dgm:t>
    </dgm:pt>
    <dgm:pt modelId="{A76848A1-207C-4064-B7A3-1068D4C69D31}" type="sibTrans" cxnId="{C5E2CABB-CADE-4506-9302-5FD52D864FDC}">
      <dgm:prSet/>
      <dgm:spPr/>
      <dgm:t>
        <a:bodyPr/>
        <a:lstStyle/>
        <a:p>
          <a:endParaRPr lang="en-US"/>
        </a:p>
      </dgm:t>
    </dgm:pt>
    <dgm:pt modelId="{22A3266D-4A33-44BA-B768-19AAB6E4EA2F}">
      <dgm:prSet/>
      <dgm:spPr/>
      <dgm:t>
        <a:bodyPr/>
        <a:lstStyle/>
        <a:p>
          <a:pPr>
            <a:defRPr cap="all"/>
          </a:pPr>
          <a:r>
            <a:rPr lang="en-IN"/>
            <a:t>Different options to use AI models</a:t>
          </a:r>
          <a:endParaRPr lang="en-US"/>
        </a:p>
      </dgm:t>
    </dgm:pt>
    <dgm:pt modelId="{CDCE8645-69EB-4E7C-A9D1-AE4225B44DC7}" type="parTrans" cxnId="{CE6EE670-6443-42E2-ABA2-C33AE100AA4F}">
      <dgm:prSet/>
      <dgm:spPr/>
      <dgm:t>
        <a:bodyPr/>
        <a:lstStyle/>
        <a:p>
          <a:endParaRPr lang="en-US"/>
        </a:p>
      </dgm:t>
    </dgm:pt>
    <dgm:pt modelId="{52E5DB49-9BAF-4960-8801-34A8AB53BB11}" type="sibTrans" cxnId="{CE6EE670-6443-42E2-ABA2-C33AE100AA4F}">
      <dgm:prSet/>
      <dgm:spPr/>
      <dgm:t>
        <a:bodyPr/>
        <a:lstStyle/>
        <a:p>
          <a:endParaRPr lang="en-US"/>
        </a:p>
      </dgm:t>
    </dgm:pt>
    <dgm:pt modelId="{D84361A1-DFF7-4D90-8E2C-F48F0DDFD60D}">
      <dgm:prSet/>
      <dgm:spPr/>
      <dgm:t>
        <a:bodyPr/>
        <a:lstStyle/>
        <a:p>
          <a:pPr>
            <a:defRPr cap="all"/>
          </a:pPr>
          <a:r>
            <a:rPr lang="en-IN" dirty="0"/>
            <a:t>Demo on using Azure’s open AI private and calling it from AKS through firewall</a:t>
          </a:r>
          <a:endParaRPr lang="en-US" dirty="0"/>
        </a:p>
      </dgm:t>
    </dgm:pt>
    <dgm:pt modelId="{3F090030-FAF6-4DEB-B829-FF6C39EEBD9C}" type="parTrans" cxnId="{1900655C-F058-4862-8191-53A23AD0092B}">
      <dgm:prSet/>
      <dgm:spPr/>
      <dgm:t>
        <a:bodyPr/>
        <a:lstStyle/>
        <a:p>
          <a:endParaRPr lang="en-US"/>
        </a:p>
      </dgm:t>
    </dgm:pt>
    <dgm:pt modelId="{C3D70545-7A2B-4EBB-91E5-E95BC470BE33}" type="sibTrans" cxnId="{1900655C-F058-4862-8191-53A23AD0092B}">
      <dgm:prSet/>
      <dgm:spPr/>
      <dgm:t>
        <a:bodyPr/>
        <a:lstStyle/>
        <a:p>
          <a:endParaRPr lang="en-US"/>
        </a:p>
      </dgm:t>
    </dgm:pt>
    <dgm:pt modelId="{6C6A76BE-2CF0-43B1-BFFB-7FE3B8719543}">
      <dgm:prSet/>
      <dgm:spPr/>
      <dgm:t>
        <a:bodyPr/>
        <a:lstStyle/>
        <a:p>
          <a:pPr>
            <a:defRPr cap="all"/>
          </a:pPr>
          <a:r>
            <a:rPr lang="en-US" dirty="0"/>
            <a:t>Get application code</a:t>
          </a:r>
        </a:p>
      </dgm:t>
    </dgm:pt>
    <dgm:pt modelId="{5500B51A-56FB-4122-9C00-A248369E0E06}" type="parTrans" cxnId="{E9FF0CEA-5460-4A11-9C78-84D926BA1012}">
      <dgm:prSet/>
      <dgm:spPr/>
      <dgm:t>
        <a:bodyPr/>
        <a:lstStyle/>
        <a:p>
          <a:endParaRPr lang="en-IN"/>
        </a:p>
      </dgm:t>
    </dgm:pt>
    <dgm:pt modelId="{BAFAC81A-07C6-4C7C-9288-7754E9CD1651}" type="sibTrans" cxnId="{E9FF0CEA-5460-4A11-9C78-84D926BA1012}">
      <dgm:prSet/>
      <dgm:spPr/>
      <dgm:t>
        <a:bodyPr/>
        <a:lstStyle/>
        <a:p>
          <a:endParaRPr lang="en-IN"/>
        </a:p>
      </dgm:t>
    </dgm:pt>
    <dgm:pt modelId="{208E0A93-D500-4412-89F4-F5951396751D}">
      <dgm:prSet/>
      <dgm:spPr/>
      <dgm:t>
        <a:bodyPr/>
        <a:lstStyle/>
        <a:p>
          <a:pPr>
            <a:defRPr cap="all"/>
          </a:pPr>
          <a:r>
            <a:rPr lang="en-IN" dirty="0"/>
            <a:t>Self hosted CHATGPT using private </a:t>
          </a:r>
          <a:r>
            <a:rPr lang="en-IN" dirty="0" err="1"/>
            <a:t>Azureopenai</a:t>
          </a:r>
          <a:endParaRPr lang="en-US" dirty="0"/>
        </a:p>
      </dgm:t>
    </dgm:pt>
    <dgm:pt modelId="{F2E8C771-AF0D-4111-A641-0CC2E4C51516}" type="parTrans" cxnId="{3F673EE0-F751-45FF-A12B-3DB2209B58A2}">
      <dgm:prSet/>
      <dgm:spPr/>
      <dgm:t>
        <a:bodyPr/>
        <a:lstStyle/>
        <a:p>
          <a:endParaRPr lang="en-IN"/>
        </a:p>
      </dgm:t>
    </dgm:pt>
    <dgm:pt modelId="{1CB03F87-1FC1-4F29-A3BF-667E9ADDABBD}" type="sibTrans" cxnId="{3F673EE0-F751-45FF-A12B-3DB2209B58A2}">
      <dgm:prSet/>
      <dgm:spPr/>
      <dgm:t>
        <a:bodyPr/>
        <a:lstStyle/>
        <a:p>
          <a:endParaRPr lang="en-IN"/>
        </a:p>
      </dgm:t>
    </dgm:pt>
    <dgm:pt modelId="{BE06B989-32FD-4A26-B9A9-51369A56EB03}" type="pres">
      <dgm:prSet presAssocID="{4BC7E9E3-0C42-492B-98F0-63F9468FB90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62AF3C-107E-411C-A3F6-06F96B6023D6}" type="pres">
      <dgm:prSet presAssocID="{78357DCC-D497-4675-A140-414B5D4399CE}" presName="hierRoot1" presStyleCnt="0"/>
      <dgm:spPr/>
    </dgm:pt>
    <dgm:pt modelId="{946F0B56-35C2-44EE-8122-E80C1951BB88}" type="pres">
      <dgm:prSet presAssocID="{78357DCC-D497-4675-A140-414B5D4399CE}" presName="composite" presStyleCnt="0"/>
      <dgm:spPr/>
    </dgm:pt>
    <dgm:pt modelId="{75D3E791-56AD-4280-86DA-4F5A5F3A5399}" type="pres">
      <dgm:prSet presAssocID="{78357DCC-D497-4675-A140-414B5D4399CE}" presName="background" presStyleLbl="node0" presStyleIdx="0" presStyleCnt="6"/>
      <dgm:spPr/>
    </dgm:pt>
    <dgm:pt modelId="{5DE454D6-CE51-4C86-87CE-9CC85DEA9818}" type="pres">
      <dgm:prSet presAssocID="{78357DCC-D497-4675-A140-414B5D4399CE}" presName="text" presStyleLbl="fgAcc0" presStyleIdx="0" presStyleCnt="6">
        <dgm:presLayoutVars>
          <dgm:chPref val="3"/>
        </dgm:presLayoutVars>
      </dgm:prSet>
      <dgm:spPr/>
    </dgm:pt>
    <dgm:pt modelId="{E0BA6B11-DD7D-4CC0-8879-593B5C62213A}" type="pres">
      <dgm:prSet presAssocID="{78357DCC-D497-4675-A140-414B5D4399CE}" presName="hierChild2" presStyleCnt="0"/>
      <dgm:spPr/>
    </dgm:pt>
    <dgm:pt modelId="{EA889C19-368A-49A6-8722-D66971418780}" type="pres">
      <dgm:prSet presAssocID="{7081417D-A819-403D-AFEA-E6E308933D94}" presName="hierRoot1" presStyleCnt="0"/>
      <dgm:spPr/>
    </dgm:pt>
    <dgm:pt modelId="{48A77071-67A8-46B7-B1BC-36A7CF2E9276}" type="pres">
      <dgm:prSet presAssocID="{7081417D-A819-403D-AFEA-E6E308933D94}" presName="composite" presStyleCnt="0"/>
      <dgm:spPr/>
    </dgm:pt>
    <dgm:pt modelId="{5CBFC8F0-4991-4D3A-A02B-41CA98688A0B}" type="pres">
      <dgm:prSet presAssocID="{7081417D-A819-403D-AFEA-E6E308933D94}" presName="background" presStyleLbl="node0" presStyleIdx="1" presStyleCnt="6"/>
      <dgm:spPr/>
    </dgm:pt>
    <dgm:pt modelId="{13C0E94D-B54E-4B04-8E7E-2C03BC43386C}" type="pres">
      <dgm:prSet presAssocID="{7081417D-A819-403D-AFEA-E6E308933D94}" presName="text" presStyleLbl="fgAcc0" presStyleIdx="1" presStyleCnt="6">
        <dgm:presLayoutVars>
          <dgm:chPref val="3"/>
        </dgm:presLayoutVars>
      </dgm:prSet>
      <dgm:spPr/>
    </dgm:pt>
    <dgm:pt modelId="{799F7122-B5D3-49CC-8B03-156F4D942282}" type="pres">
      <dgm:prSet presAssocID="{7081417D-A819-403D-AFEA-E6E308933D94}" presName="hierChild2" presStyleCnt="0"/>
      <dgm:spPr/>
    </dgm:pt>
    <dgm:pt modelId="{6736106C-54FA-4E92-B7AC-1CA62B839232}" type="pres">
      <dgm:prSet presAssocID="{22A3266D-4A33-44BA-B768-19AAB6E4EA2F}" presName="hierRoot1" presStyleCnt="0"/>
      <dgm:spPr/>
    </dgm:pt>
    <dgm:pt modelId="{92F109D6-9C8C-45B8-B79C-3937DC95BB12}" type="pres">
      <dgm:prSet presAssocID="{22A3266D-4A33-44BA-B768-19AAB6E4EA2F}" presName="composite" presStyleCnt="0"/>
      <dgm:spPr/>
    </dgm:pt>
    <dgm:pt modelId="{4A475520-A1D3-494D-AF92-20132E243828}" type="pres">
      <dgm:prSet presAssocID="{22A3266D-4A33-44BA-B768-19AAB6E4EA2F}" presName="background" presStyleLbl="node0" presStyleIdx="2" presStyleCnt="6"/>
      <dgm:spPr/>
    </dgm:pt>
    <dgm:pt modelId="{B47B280F-DEA9-4556-807B-4A8576959947}" type="pres">
      <dgm:prSet presAssocID="{22A3266D-4A33-44BA-B768-19AAB6E4EA2F}" presName="text" presStyleLbl="fgAcc0" presStyleIdx="2" presStyleCnt="6">
        <dgm:presLayoutVars>
          <dgm:chPref val="3"/>
        </dgm:presLayoutVars>
      </dgm:prSet>
      <dgm:spPr/>
    </dgm:pt>
    <dgm:pt modelId="{FEA68C47-B6D9-478E-B8B2-159132F6BB45}" type="pres">
      <dgm:prSet presAssocID="{22A3266D-4A33-44BA-B768-19AAB6E4EA2F}" presName="hierChild2" presStyleCnt="0"/>
      <dgm:spPr/>
    </dgm:pt>
    <dgm:pt modelId="{E743D3EE-998B-4CCD-8759-6A1ECF1A227B}" type="pres">
      <dgm:prSet presAssocID="{208E0A93-D500-4412-89F4-F5951396751D}" presName="hierRoot1" presStyleCnt="0"/>
      <dgm:spPr/>
    </dgm:pt>
    <dgm:pt modelId="{CC95FC67-4486-4976-A877-3CADEF33A608}" type="pres">
      <dgm:prSet presAssocID="{208E0A93-D500-4412-89F4-F5951396751D}" presName="composite" presStyleCnt="0"/>
      <dgm:spPr/>
    </dgm:pt>
    <dgm:pt modelId="{E590F9C0-8AED-4620-B0B2-4E6E4C658097}" type="pres">
      <dgm:prSet presAssocID="{208E0A93-D500-4412-89F4-F5951396751D}" presName="background" presStyleLbl="node0" presStyleIdx="3" presStyleCnt="6"/>
      <dgm:spPr/>
    </dgm:pt>
    <dgm:pt modelId="{6E3DF2AA-8E31-4609-8473-369C3DD9B374}" type="pres">
      <dgm:prSet presAssocID="{208E0A93-D500-4412-89F4-F5951396751D}" presName="text" presStyleLbl="fgAcc0" presStyleIdx="3" presStyleCnt="6">
        <dgm:presLayoutVars>
          <dgm:chPref val="3"/>
        </dgm:presLayoutVars>
      </dgm:prSet>
      <dgm:spPr/>
    </dgm:pt>
    <dgm:pt modelId="{EC96F099-B7EA-4F43-AF6B-92426AA398EF}" type="pres">
      <dgm:prSet presAssocID="{208E0A93-D500-4412-89F4-F5951396751D}" presName="hierChild2" presStyleCnt="0"/>
      <dgm:spPr/>
    </dgm:pt>
    <dgm:pt modelId="{31FAE2DD-C158-46AC-AB4C-9AA496DAF853}" type="pres">
      <dgm:prSet presAssocID="{D84361A1-DFF7-4D90-8E2C-F48F0DDFD60D}" presName="hierRoot1" presStyleCnt="0"/>
      <dgm:spPr/>
    </dgm:pt>
    <dgm:pt modelId="{64FC1B9A-088D-4733-9163-839A6043B403}" type="pres">
      <dgm:prSet presAssocID="{D84361A1-DFF7-4D90-8E2C-F48F0DDFD60D}" presName="composite" presStyleCnt="0"/>
      <dgm:spPr/>
    </dgm:pt>
    <dgm:pt modelId="{046751CB-65E8-4508-9E66-382E24C6D44E}" type="pres">
      <dgm:prSet presAssocID="{D84361A1-DFF7-4D90-8E2C-F48F0DDFD60D}" presName="background" presStyleLbl="node0" presStyleIdx="4" presStyleCnt="6"/>
      <dgm:spPr/>
    </dgm:pt>
    <dgm:pt modelId="{06C0B5A2-42B7-43F0-A90E-7046B873634B}" type="pres">
      <dgm:prSet presAssocID="{D84361A1-DFF7-4D90-8E2C-F48F0DDFD60D}" presName="text" presStyleLbl="fgAcc0" presStyleIdx="4" presStyleCnt="6">
        <dgm:presLayoutVars>
          <dgm:chPref val="3"/>
        </dgm:presLayoutVars>
      </dgm:prSet>
      <dgm:spPr/>
    </dgm:pt>
    <dgm:pt modelId="{272D5B9A-65BD-4740-AFCF-92B0E5144202}" type="pres">
      <dgm:prSet presAssocID="{D84361A1-DFF7-4D90-8E2C-F48F0DDFD60D}" presName="hierChild2" presStyleCnt="0"/>
      <dgm:spPr/>
    </dgm:pt>
    <dgm:pt modelId="{110F6D57-4DD4-45EF-BF14-1BAD1A22183B}" type="pres">
      <dgm:prSet presAssocID="{6C6A76BE-2CF0-43B1-BFFB-7FE3B8719543}" presName="hierRoot1" presStyleCnt="0"/>
      <dgm:spPr/>
    </dgm:pt>
    <dgm:pt modelId="{78D4BA20-B63C-4FCE-9333-4B42847845C0}" type="pres">
      <dgm:prSet presAssocID="{6C6A76BE-2CF0-43B1-BFFB-7FE3B8719543}" presName="composite" presStyleCnt="0"/>
      <dgm:spPr/>
    </dgm:pt>
    <dgm:pt modelId="{79F7E2DF-957A-43CC-9531-6616D102A11C}" type="pres">
      <dgm:prSet presAssocID="{6C6A76BE-2CF0-43B1-BFFB-7FE3B8719543}" presName="background" presStyleLbl="node0" presStyleIdx="5" presStyleCnt="6"/>
      <dgm:spPr/>
    </dgm:pt>
    <dgm:pt modelId="{40A8F6BF-15E1-4E4D-A916-8D3815706CF7}" type="pres">
      <dgm:prSet presAssocID="{6C6A76BE-2CF0-43B1-BFFB-7FE3B8719543}" presName="text" presStyleLbl="fgAcc0" presStyleIdx="5" presStyleCnt="6">
        <dgm:presLayoutVars>
          <dgm:chPref val="3"/>
        </dgm:presLayoutVars>
      </dgm:prSet>
      <dgm:spPr/>
    </dgm:pt>
    <dgm:pt modelId="{849810D0-BF5A-4337-BEC3-B52283933D51}" type="pres">
      <dgm:prSet presAssocID="{6C6A76BE-2CF0-43B1-BFFB-7FE3B8719543}" presName="hierChild2" presStyleCnt="0"/>
      <dgm:spPr/>
    </dgm:pt>
  </dgm:ptLst>
  <dgm:cxnLst>
    <dgm:cxn modelId="{1900655C-F058-4862-8191-53A23AD0092B}" srcId="{4BC7E9E3-0C42-492B-98F0-63F9468FB90D}" destId="{D84361A1-DFF7-4D90-8E2C-F48F0DDFD60D}" srcOrd="4" destOrd="0" parTransId="{3F090030-FAF6-4DEB-B829-FF6C39EEBD9C}" sibTransId="{C3D70545-7A2B-4EBB-91E5-E95BC470BE33}"/>
    <dgm:cxn modelId="{24C65B5E-EC18-41D4-BAED-FA09D951EAED}" srcId="{4BC7E9E3-0C42-492B-98F0-63F9468FB90D}" destId="{78357DCC-D497-4675-A140-414B5D4399CE}" srcOrd="0" destOrd="0" parTransId="{7B389F9C-48CC-41E9-AE8E-1D016F8D1A66}" sibTransId="{8652E62B-2880-4EFA-9738-021B6CAA487B}"/>
    <dgm:cxn modelId="{1CFFBC66-CD4F-486D-A3A5-6CEE1E75F6F0}" type="presOf" srcId="{4BC7E9E3-0C42-492B-98F0-63F9468FB90D}" destId="{BE06B989-32FD-4A26-B9A9-51369A56EB03}" srcOrd="0" destOrd="0" presId="urn:microsoft.com/office/officeart/2005/8/layout/hierarchy1"/>
    <dgm:cxn modelId="{6B3DCB68-B8E1-43F8-9DD2-D66A8529AD66}" type="presOf" srcId="{6C6A76BE-2CF0-43B1-BFFB-7FE3B8719543}" destId="{40A8F6BF-15E1-4E4D-A916-8D3815706CF7}" srcOrd="0" destOrd="0" presId="urn:microsoft.com/office/officeart/2005/8/layout/hierarchy1"/>
    <dgm:cxn modelId="{7E2E186C-50C8-49CC-A9EC-7FE28B461F48}" type="presOf" srcId="{78357DCC-D497-4675-A140-414B5D4399CE}" destId="{5DE454D6-CE51-4C86-87CE-9CC85DEA9818}" srcOrd="0" destOrd="0" presId="urn:microsoft.com/office/officeart/2005/8/layout/hierarchy1"/>
    <dgm:cxn modelId="{6255D56C-C1E2-4907-BAA6-D15C34FE4967}" type="presOf" srcId="{7081417D-A819-403D-AFEA-E6E308933D94}" destId="{13C0E94D-B54E-4B04-8E7E-2C03BC43386C}" srcOrd="0" destOrd="0" presId="urn:microsoft.com/office/officeart/2005/8/layout/hierarchy1"/>
    <dgm:cxn modelId="{9F66A850-6347-47DD-ADB2-DC377502D580}" type="presOf" srcId="{D84361A1-DFF7-4D90-8E2C-F48F0DDFD60D}" destId="{06C0B5A2-42B7-43F0-A90E-7046B873634B}" srcOrd="0" destOrd="0" presId="urn:microsoft.com/office/officeart/2005/8/layout/hierarchy1"/>
    <dgm:cxn modelId="{CE6EE670-6443-42E2-ABA2-C33AE100AA4F}" srcId="{4BC7E9E3-0C42-492B-98F0-63F9468FB90D}" destId="{22A3266D-4A33-44BA-B768-19AAB6E4EA2F}" srcOrd="2" destOrd="0" parTransId="{CDCE8645-69EB-4E7C-A9D1-AE4225B44DC7}" sibTransId="{52E5DB49-9BAF-4960-8801-34A8AB53BB11}"/>
    <dgm:cxn modelId="{BA3BE487-1A8E-4036-BD55-27DA7F22F714}" type="presOf" srcId="{208E0A93-D500-4412-89F4-F5951396751D}" destId="{6E3DF2AA-8E31-4609-8473-369C3DD9B374}" srcOrd="0" destOrd="0" presId="urn:microsoft.com/office/officeart/2005/8/layout/hierarchy1"/>
    <dgm:cxn modelId="{C5E2CABB-CADE-4506-9302-5FD52D864FDC}" srcId="{4BC7E9E3-0C42-492B-98F0-63F9468FB90D}" destId="{7081417D-A819-403D-AFEA-E6E308933D94}" srcOrd="1" destOrd="0" parTransId="{065551AD-73FB-489D-B490-29B0B86FECDB}" sibTransId="{A76848A1-207C-4064-B7A3-1068D4C69D31}"/>
    <dgm:cxn modelId="{3F673EE0-F751-45FF-A12B-3DB2209B58A2}" srcId="{4BC7E9E3-0C42-492B-98F0-63F9468FB90D}" destId="{208E0A93-D500-4412-89F4-F5951396751D}" srcOrd="3" destOrd="0" parTransId="{F2E8C771-AF0D-4111-A641-0CC2E4C51516}" sibTransId="{1CB03F87-1FC1-4F29-A3BF-667E9ADDABBD}"/>
    <dgm:cxn modelId="{E9FF0CEA-5460-4A11-9C78-84D926BA1012}" srcId="{4BC7E9E3-0C42-492B-98F0-63F9468FB90D}" destId="{6C6A76BE-2CF0-43B1-BFFB-7FE3B8719543}" srcOrd="5" destOrd="0" parTransId="{5500B51A-56FB-4122-9C00-A248369E0E06}" sibTransId="{BAFAC81A-07C6-4C7C-9288-7754E9CD1651}"/>
    <dgm:cxn modelId="{F42524F6-9A8D-4C34-BB52-AC505FE33100}" type="presOf" srcId="{22A3266D-4A33-44BA-B768-19AAB6E4EA2F}" destId="{B47B280F-DEA9-4556-807B-4A8576959947}" srcOrd="0" destOrd="0" presId="urn:microsoft.com/office/officeart/2005/8/layout/hierarchy1"/>
    <dgm:cxn modelId="{335777D1-B039-42C7-BAA3-801F31B67828}" type="presParOf" srcId="{BE06B989-32FD-4A26-B9A9-51369A56EB03}" destId="{6962AF3C-107E-411C-A3F6-06F96B6023D6}" srcOrd="0" destOrd="0" presId="urn:microsoft.com/office/officeart/2005/8/layout/hierarchy1"/>
    <dgm:cxn modelId="{89F7A8C7-CA61-4F78-92D0-13DD3A8714DE}" type="presParOf" srcId="{6962AF3C-107E-411C-A3F6-06F96B6023D6}" destId="{946F0B56-35C2-44EE-8122-E80C1951BB88}" srcOrd="0" destOrd="0" presId="urn:microsoft.com/office/officeart/2005/8/layout/hierarchy1"/>
    <dgm:cxn modelId="{4CBE407B-1C33-468E-82E3-38EA034C911A}" type="presParOf" srcId="{946F0B56-35C2-44EE-8122-E80C1951BB88}" destId="{75D3E791-56AD-4280-86DA-4F5A5F3A5399}" srcOrd="0" destOrd="0" presId="urn:microsoft.com/office/officeart/2005/8/layout/hierarchy1"/>
    <dgm:cxn modelId="{3B5919A3-9304-4251-AA94-0C5E102B2049}" type="presParOf" srcId="{946F0B56-35C2-44EE-8122-E80C1951BB88}" destId="{5DE454D6-CE51-4C86-87CE-9CC85DEA9818}" srcOrd="1" destOrd="0" presId="urn:microsoft.com/office/officeart/2005/8/layout/hierarchy1"/>
    <dgm:cxn modelId="{8DDFA950-1FFE-40BC-87A6-062028067B56}" type="presParOf" srcId="{6962AF3C-107E-411C-A3F6-06F96B6023D6}" destId="{E0BA6B11-DD7D-4CC0-8879-593B5C62213A}" srcOrd="1" destOrd="0" presId="urn:microsoft.com/office/officeart/2005/8/layout/hierarchy1"/>
    <dgm:cxn modelId="{7B8F9867-3BF7-4D09-8331-AF0A2E803835}" type="presParOf" srcId="{BE06B989-32FD-4A26-B9A9-51369A56EB03}" destId="{EA889C19-368A-49A6-8722-D66971418780}" srcOrd="1" destOrd="0" presId="urn:microsoft.com/office/officeart/2005/8/layout/hierarchy1"/>
    <dgm:cxn modelId="{C08C931A-E1CA-4707-BAED-D2D0868DE4A0}" type="presParOf" srcId="{EA889C19-368A-49A6-8722-D66971418780}" destId="{48A77071-67A8-46B7-B1BC-36A7CF2E9276}" srcOrd="0" destOrd="0" presId="urn:microsoft.com/office/officeart/2005/8/layout/hierarchy1"/>
    <dgm:cxn modelId="{1749FF39-A786-4698-99C3-6BFC6C5DDDDE}" type="presParOf" srcId="{48A77071-67A8-46B7-B1BC-36A7CF2E9276}" destId="{5CBFC8F0-4991-4D3A-A02B-41CA98688A0B}" srcOrd="0" destOrd="0" presId="urn:microsoft.com/office/officeart/2005/8/layout/hierarchy1"/>
    <dgm:cxn modelId="{D4B6B8A3-AA98-4DB7-8B8D-C7BB70A543C4}" type="presParOf" srcId="{48A77071-67A8-46B7-B1BC-36A7CF2E9276}" destId="{13C0E94D-B54E-4B04-8E7E-2C03BC43386C}" srcOrd="1" destOrd="0" presId="urn:microsoft.com/office/officeart/2005/8/layout/hierarchy1"/>
    <dgm:cxn modelId="{3B86CCF4-F29D-4B55-935F-6893DA5AE57D}" type="presParOf" srcId="{EA889C19-368A-49A6-8722-D66971418780}" destId="{799F7122-B5D3-49CC-8B03-156F4D942282}" srcOrd="1" destOrd="0" presId="urn:microsoft.com/office/officeart/2005/8/layout/hierarchy1"/>
    <dgm:cxn modelId="{DA1156DC-DC68-4BA8-8347-E046A2302DE8}" type="presParOf" srcId="{BE06B989-32FD-4A26-B9A9-51369A56EB03}" destId="{6736106C-54FA-4E92-B7AC-1CA62B839232}" srcOrd="2" destOrd="0" presId="urn:microsoft.com/office/officeart/2005/8/layout/hierarchy1"/>
    <dgm:cxn modelId="{598F11DF-1D6E-4157-B2E0-D8A0C6EFFC7E}" type="presParOf" srcId="{6736106C-54FA-4E92-B7AC-1CA62B839232}" destId="{92F109D6-9C8C-45B8-B79C-3937DC95BB12}" srcOrd="0" destOrd="0" presId="urn:microsoft.com/office/officeart/2005/8/layout/hierarchy1"/>
    <dgm:cxn modelId="{1740291E-2668-4E57-8E58-28CBEA7657CB}" type="presParOf" srcId="{92F109D6-9C8C-45B8-B79C-3937DC95BB12}" destId="{4A475520-A1D3-494D-AF92-20132E243828}" srcOrd="0" destOrd="0" presId="urn:microsoft.com/office/officeart/2005/8/layout/hierarchy1"/>
    <dgm:cxn modelId="{5745323B-CCF3-48BD-9EDA-85A2D1C8053D}" type="presParOf" srcId="{92F109D6-9C8C-45B8-B79C-3937DC95BB12}" destId="{B47B280F-DEA9-4556-807B-4A8576959947}" srcOrd="1" destOrd="0" presId="urn:microsoft.com/office/officeart/2005/8/layout/hierarchy1"/>
    <dgm:cxn modelId="{0FE6286D-999A-41E9-A67E-39FD6519D92B}" type="presParOf" srcId="{6736106C-54FA-4E92-B7AC-1CA62B839232}" destId="{FEA68C47-B6D9-478E-B8B2-159132F6BB45}" srcOrd="1" destOrd="0" presId="urn:microsoft.com/office/officeart/2005/8/layout/hierarchy1"/>
    <dgm:cxn modelId="{5470A88D-7E21-476A-9AF3-6328D60C7B95}" type="presParOf" srcId="{BE06B989-32FD-4A26-B9A9-51369A56EB03}" destId="{E743D3EE-998B-4CCD-8759-6A1ECF1A227B}" srcOrd="3" destOrd="0" presId="urn:microsoft.com/office/officeart/2005/8/layout/hierarchy1"/>
    <dgm:cxn modelId="{E53BF341-7DAC-4631-824F-78D4FC90808D}" type="presParOf" srcId="{E743D3EE-998B-4CCD-8759-6A1ECF1A227B}" destId="{CC95FC67-4486-4976-A877-3CADEF33A608}" srcOrd="0" destOrd="0" presId="urn:microsoft.com/office/officeart/2005/8/layout/hierarchy1"/>
    <dgm:cxn modelId="{24992C45-81CA-48BA-A745-AB02F01F3639}" type="presParOf" srcId="{CC95FC67-4486-4976-A877-3CADEF33A608}" destId="{E590F9C0-8AED-4620-B0B2-4E6E4C658097}" srcOrd="0" destOrd="0" presId="urn:microsoft.com/office/officeart/2005/8/layout/hierarchy1"/>
    <dgm:cxn modelId="{3CB72E85-C132-4553-9E07-043174FC47EA}" type="presParOf" srcId="{CC95FC67-4486-4976-A877-3CADEF33A608}" destId="{6E3DF2AA-8E31-4609-8473-369C3DD9B374}" srcOrd="1" destOrd="0" presId="urn:microsoft.com/office/officeart/2005/8/layout/hierarchy1"/>
    <dgm:cxn modelId="{4EAA3204-520C-43B0-ACBD-31DBD647FC31}" type="presParOf" srcId="{E743D3EE-998B-4CCD-8759-6A1ECF1A227B}" destId="{EC96F099-B7EA-4F43-AF6B-92426AA398EF}" srcOrd="1" destOrd="0" presId="urn:microsoft.com/office/officeart/2005/8/layout/hierarchy1"/>
    <dgm:cxn modelId="{EED446DA-A934-4A29-A6F1-1A287A79EEEC}" type="presParOf" srcId="{BE06B989-32FD-4A26-B9A9-51369A56EB03}" destId="{31FAE2DD-C158-46AC-AB4C-9AA496DAF853}" srcOrd="4" destOrd="0" presId="urn:microsoft.com/office/officeart/2005/8/layout/hierarchy1"/>
    <dgm:cxn modelId="{7C1A33C9-0061-43D6-9422-FF8C0B8C9DE7}" type="presParOf" srcId="{31FAE2DD-C158-46AC-AB4C-9AA496DAF853}" destId="{64FC1B9A-088D-4733-9163-839A6043B403}" srcOrd="0" destOrd="0" presId="urn:microsoft.com/office/officeart/2005/8/layout/hierarchy1"/>
    <dgm:cxn modelId="{67C89EDF-5BAF-41C4-ABD0-16B36AE94130}" type="presParOf" srcId="{64FC1B9A-088D-4733-9163-839A6043B403}" destId="{046751CB-65E8-4508-9E66-382E24C6D44E}" srcOrd="0" destOrd="0" presId="urn:microsoft.com/office/officeart/2005/8/layout/hierarchy1"/>
    <dgm:cxn modelId="{D4A7E07C-87F4-4AD5-8677-882BDCCF0AFA}" type="presParOf" srcId="{64FC1B9A-088D-4733-9163-839A6043B403}" destId="{06C0B5A2-42B7-43F0-A90E-7046B873634B}" srcOrd="1" destOrd="0" presId="urn:microsoft.com/office/officeart/2005/8/layout/hierarchy1"/>
    <dgm:cxn modelId="{2A104A23-6A8E-4E97-85B4-1E226AAC7255}" type="presParOf" srcId="{31FAE2DD-C158-46AC-AB4C-9AA496DAF853}" destId="{272D5B9A-65BD-4740-AFCF-92B0E5144202}" srcOrd="1" destOrd="0" presId="urn:microsoft.com/office/officeart/2005/8/layout/hierarchy1"/>
    <dgm:cxn modelId="{172CC104-66C1-46DF-AEAB-F42A8740F652}" type="presParOf" srcId="{BE06B989-32FD-4A26-B9A9-51369A56EB03}" destId="{110F6D57-4DD4-45EF-BF14-1BAD1A22183B}" srcOrd="5" destOrd="0" presId="urn:microsoft.com/office/officeart/2005/8/layout/hierarchy1"/>
    <dgm:cxn modelId="{3E6D64EB-1C17-4C1E-96AF-AEC7BB19B170}" type="presParOf" srcId="{110F6D57-4DD4-45EF-BF14-1BAD1A22183B}" destId="{78D4BA20-B63C-4FCE-9333-4B42847845C0}" srcOrd="0" destOrd="0" presId="urn:microsoft.com/office/officeart/2005/8/layout/hierarchy1"/>
    <dgm:cxn modelId="{58DD366F-8CAF-432E-B4FB-FE959CAA67D0}" type="presParOf" srcId="{78D4BA20-B63C-4FCE-9333-4B42847845C0}" destId="{79F7E2DF-957A-43CC-9531-6616D102A11C}" srcOrd="0" destOrd="0" presId="urn:microsoft.com/office/officeart/2005/8/layout/hierarchy1"/>
    <dgm:cxn modelId="{DC33FA5D-0236-4BEE-8789-269481FC2CB3}" type="presParOf" srcId="{78D4BA20-B63C-4FCE-9333-4B42847845C0}" destId="{40A8F6BF-15E1-4E4D-A916-8D3815706CF7}" srcOrd="1" destOrd="0" presId="urn:microsoft.com/office/officeart/2005/8/layout/hierarchy1"/>
    <dgm:cxn modelId="{3A69BFDE-DBB3-4D39-9675-D2DB8B65E959}" type="presParOf" srcId="{110F6D57-4DD4-45EF-BF14-1BAD1A22183B}" destId="{849810D0-BF5A-4337-BEC3-B52283933D5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FDE52E-7ECF-4577-8373-DD73F48F0609}" type="doc">
      <dgm:prSet loTypeId="urn:microsoft.com/office/officeart/2005/8/layout/hierarchy1" loCatId="hierarchy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FE9C45A-B9A9-447C-9E3E-DE32B302153D}">
      <dgm:prSet/>
      <dgm:spPr/>
      <dgm:t>
        <a:bodyPr/>
        <a:lstStyle/>
        <a:p>
          <a:r>
            <a:rPr lang="en-IN"/>
            <a:t>Not developing any agent</a:t>
          </a:r>
          <a:endParaRPr lang="en-US"/>
        </a:p>
      </dgm:t>
    </dgm:pt>
    <dgm:pt modelId="{74DDE6B2-DE6B-4CBD-A3FA-24BACF2391CF}" type="parTrans" cxnId="{69928245-2CC5-4215-9043-9EA58358427E}">
      <dgm:prSet/>
      <dgm:spPr/>
      <dgm:t>
        <a:bodyPr/>
        <a:lstStyle/>
        <a:p>
          <a:endParaRPr lang="en-US"/>
        </a:p>
      </dgm:t>
    </dgm:pt>
    <dgm:pt modelId="{F83B9D3E-1110-4DC6-AD44-28116A2F65C0}" type="sibTrans" cxnId="{69928245-2CC5-4215-9043-9EA58358427E}">
      <dgm:prSet/>
      <dgm:spPr/>
      <dgm:t>
        <a:bodyPr/>
        <a:lstStyle/>
        <a:p>
          <a:endParaRPr lang="en-US"/>
        </a:p>
      </dgm:t>
    </dgm:pt>
    <dgm:pt modelId="{6E653FFA-68B2-4658-A033-D8D46181D843}">
      <dgm:prSet/>
      <dgm:spPr/>
      <dgm:t>
        <a:bodyPr/>
        <a:lstStyle/>
        <a:p>
          <a:r>
            <a:rPr lang="en-IN" dirty="0"/>
            <a:t>Not installing any </a:t>
          </a:r>
          <a:r>
            <a:rPr lang="en-IN" dirty="0" err="1"/>
            <a:t>llm</a:t>
          </a:r>
          <a:endParaRPr lang="en-US" dirty="0"/>
        </a:p>
      </dgm:t>
    </dgm:pt>
    <dgm:pt modelId="{97EC8DAA-1BBE-4B34-B163-530B82B8716F}" type="parTrans" cxnId="{F89FD907-F07B-4C2B-9D91-E85DB3B280C9}">
      <dgm:prSet/>
      <dgm:spPr/>
      <dgm:t>
        <a:bodyPr/>
        <a:lstStyle/>
        <a:p>
          <a:endParaRPr lang="en-US"/>
        </a:p>
      </dgm:t>
    </dgm:pt>
    <dgm:pt modelId="{9BC6636C-5AE3-48B7-8498-1780499DE060}" type="sibTrans" cxnId="{F89FD907-F07B-4C2B-9D91-E85DB3B280C9}">
      <dgm:prSet/>
      <dgm:spPr/>
      <dgm:t>
        <a:bodyPr/>
        <a:lstStyle/>
        <a:p>
          <a:endParaRPr lang="en-US"/>
        </a:p>
      </dgm:t>
    </dgm:pt>
    <dgm:pt modelId="{7A5A439F-257A-42D2-83CB-11C668D10E71}">
      <dgm:prSet/>
      <dgm:spPr/>
      <dgm:t>
        <a:bodyPr/>
        <a:lstStyle/>
        <a:p>
          <a:r>
            <a:rPr lang="en-US" dirty="0"/>
            <a:t>not building the application</a:t>
          </a:r>
        </a:p>
        <a:p>
          <a:endParaRPr lang="en-US" dirty="0"/>
        </a:p>
      </dgm:t>
    </dgm:pt>
    <dgm:pt modelId="{2E0EDD22-186F-43BA-B3D2-8E7BB77B0937}" type="parTrans" cxnId="{E689238E-B172-4325-97CB-190ACCF6B0AA}">
      <dgm:prSet/>
      <dgm:spPr/>
      <dgm:t>
        <a:bodyPr/>
        <a:lstStyle/>
        <a:p>
          <a:endParaRPr lang="en-US"/>
        </a:p>
      </dgm:t>
    </dgm:pt>
    <dgm:pt modelId="{3D9921E5-5D7D-4DE3-91D5-063C73DE94D9}" type="sibTrans" cxnId="{E689238E-B172-4325-97CB-190ACCF6B0AA}">
      <dgm:prSet/>
      <dgm:spPr/>
      <dgm:t>
        <a:bodyPr/>
        <a:lstStyle/>
        <a:p>
          <a:endParaRPr lang="en-US"/>
        </a:p>
      </dgm:t>
    </dgm:pt>
    <dgm:pt modelId="{95FDBBAF-76FF-4375-BA73-1DB686829E99}">
      <dgm:prSet/>
      <dgm:spPr/>
      <dgm:t>
        <a:bodyPr/>
        <a:lstStyle/>
        <a:p>
          <a:r>
            <a:rPr lang="en-IN" dirty="0"/>
            <a:t>Not creating a model (</a:t>
          </a:r>
          <a:r>
            <a:rPr lang="en-IN" dirty="0" err="1"/>
            <a:t>ofcourse</a:t>
          </a:r>
          <a:r>
            <a:rPr lang="en-IN" dirty="0"/>
            <a:t>)</a:t>
          </a:r>
          <a:endParaRPr lang="en-US" dirty="0"/>
        </a:p>
      </dgm:t>
    </dgm:pt>
    <dgm:pt modelId="{043CD29E-B661-45DB-A30F-BC346B07F790}" type="parTrans" cxnId="{9384EB4B-0ECD-459A-AC2E-03DF4C850C85}">
      <dgm:prSet/>
      <dgm:spPr/>
      <dgm:t>
        <a:bodyPr/>
        <a:lstStyle/>
        <a:p>
          <a:endParaRPr lang="en-IN"/>
        </a:p>
      </dgm:t>
    </dgm:pt>
    <dgm:pt modelId="{777DDDE9-1528-4E4A-A217-169CFDAFB90C}" type="sibTrans" cxnId="{9384EB4B-0ECD-459A-AC2E-03DF4C850C85}">
      <dgm:prSet/>
      <dgm:spPr/>
      <dgm:t>
        <a:bodyPr/>
        <a:lstStyle/>
        <a:p>
          <a:endParaRPr lang="en-IN"/>
        </a:p>
      </dgm:t>
    </dgm:pt>
    <dgm:pt modelId="{7C1D3814-00DA-4FFC-A06F-C81AA7BBBCAF}" type="pres">
      <dgm:prSet presAssocID="{63FDE52E-7ECF-4577-8373-DD73F48F06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06E60C5-2FBA-48D1-AD24-0D54131B9D76}" type="pres">
      <dgm:prSet presAssocID="{4FE9C45A-B9A9-447C-9E3E-DE32B302153D}" presName="hierRoot1" presStyleCnt="0"/>
      <dgm:spPr/>
    </dgm:pt>
    <dgm:pt modelId="{3BC5CA6F-1D7E-4A15-B01B-208F055E8D92}" type="pres">
      <dgm:prSet presAssocID="{4FE9C45A-B9A9-447C-9E3E-DE32B302153D}" presName="composite" presStyleCnt="0"/>
      <dgm:spPr/>
    </dgm:pt>
    <dgm:pt modelId="{6125CBFD-1E11-4C32-88FE-C4AB56620806}" type="pres">
      <dgm:prSet presAssocID="{4FE9C45A-B9A9-447C-9E3E-DE32B302153D}" presName="background" presStyleLbl="node0" presStyleIdx="0" presStyleCnt="4"/>
      <dgm:spPr/>
    </dgm:pt>
    <dgm:pt modelId="{796ABEEB-2E14-499D-9F59-3F0E8A05F452}" type="pres">
      <dgm:prSet presAssocID="{4FE9C45A-B9A9-447C-9E3E-DE32B302153D}" presName="text" presStyleLbl="fgAcc0" presStyleIdx="0" presStyleCnt="4">
        <dgm:presLayoutVars>
          <dgm:chPref val="3"/>
        </dgm:presLayoutVars>
      </dgm:prSet>
      <dgm:spPr/>
    </dgm:pt>
    <dgm:pt modelId="{498BB44C-8353-4659-B8E3-9FCC7542BCEF}" type="pres">
      <dgm:prSet presAssocID="{4FE9C45A-B9A9-447C-9E3E-DE32B302153D}" presName="hierChild2" presStyleCnt="0"/>
      <dgm:spPr/>
    </dgm:pt>
    <dgm:pt modelId="{E198F088-DA79-4ECB-B5E8-A6FD3483BC15}" type="pres">
      <dgm:prSet presAssocID="{6E653FFA-68B2-4658-A033-D8D46181D843}" presName="hierRoot1" presStyleCnt="0"/>
      <dgm:spPr/>
    </dgm:pt>
    <dgm:pt modelId="{E636642B-A6CE-493F-9BD9-AFB330CF9ECD}" type="pres">
      <dgm:prSet presAssocID="{6E653FFA-68B2-4658-A033-D8D46181D843}" presName="composite" presStyleCnt="0"/>
      <dgm:spPr/>
    </dgm:pt>
    <dgm:pt modelId="{E175FFDF-32E0-4DBC-A1DE-2377DDA4FC5D}" type="pres">
      <dgm:prSet presAssocID="{6E653FFA-68B2-4658-A033-D8D46181D843}" presName="background" presStyleLbl="node0" presStyleIdx="1" presStyleCnt="4"/>
      <dgm:spPr/>
    </dgm:pt>
    <dgm:pt modelId="{C00EE1BB-45F7-47E0-AC2B-78675D1D5E76}" type="pres">
      <dgm:prSet presAssocID="{6E653FFA-68B2-4658-A033-D8D46181D843}" presName="text" presStyleLbl="fgAcc0" presStyleIdx="1" presStyleCnt="4">
        <dgm:presLayoutVars>
          <dgm:chPref val="3"/>
        </dgm:presLayoutVars>
      </dgm:prSet>
      <dgm:spPr/>
    </dgm:pt>
    <dgm:pt modelId="{F68FD8AF-6F1A-4FA1-9B38-7EA1057D08A8}" type="pres">
      <dgm:prSet presAssocID="{6E653FFA-68B2-4658-A033-D8D46181D843}" presName="hierChild2" presStyleCnt="0"/>
      <dgm:spPr/>
    </dgm:pt>
    <dgm:pt modelId="{075BB5E5-C427-426E-AF94-BED78ABEA166}" type="pres">
      <dgm:prSet presAssocID="{95FDBBAF-76FF-4375-BA73-1DB686829E99}" presName="hierRoot1" presStyleCnt="0"/>
      <dgm:spPr/>
    </dgm:pt>
    <dgm:pt modelId="{39CE6835-9017-4401-8660-73563C05FA60}" type="pres">
      <dgm:prSet presAssocID="{95FDBBAF-76FF-4375-BA73-1DB686829E99}" presName="composite" presStyleCnt="0"/>
      <dgm:spPr/>
    </dgm:pt>
    <dgm:pt modelId="{28F43871-28B3-445D-A6A9-47DAEB957958}" type="pres">
      <dgm:prSet presAssocID="{95FDBBAF-76FF-4375-BA73-1DB686829E99}" presName="background" presStyleLbl="node0" presStyleIdx="2" presStyleCnt="4"/>
      <dgm:spPr/>
    </dgm:pt>
    <dgm:pt modelId="{60C9B619-67A9-4127-9E51-185FEE218D97}" type="pres">
      <dgm:prSet presAssocID="{95FDBBAF-76FF-4375-BA73-1DB686829E99}" presName="text" presStyleLbl="fgAcc0" presStyleIdx="2" presStyleCnt="4">
        <dgm:presLayoutVars>
          <dgm:chPref val="3"/>
        </dgm:presLayoutVars>
      </dgm:prSet>
      <dgm:spPr/>
    </dgm:pt>
    <dgm:pt modelId="{522288B1-FD77-4B6B-B2EC-D2832C039DE1}" type="pres">
      <dgm:prSet presAssocID="{95FDBBAF-76FF-4375-BA73-1DB686829E99}" presName="hierChild2" presStyleCnt="0"/>
      <dgm:spPr/>
    </dgm:pt>
    <dgm:pt modelId="{2063CAFF-6330-4F2E-B1F5-BF7BD0AD9A3E}" type="pres">
      <dgm:prSet presAssocID="{7A5A439F-257A-42D2-83CB-11C668D10E71}" presName="hierRoot1" presStyleCnt="0"/>
      <dgm:spPr/>
    </dgm:pt>
    <dgm:pt modelId="{AA0365D4-75EB-4E1C-8204-912BE10CF94D}" type="pres">
      <dgm:prSet presAssocID="{7A5A439F-257A-42D2-83CB-11C668D10E71}" presName="composite" presStyleCnt="0"/>
      <dgm:spPr/>
    </dgm:pt>
    <dgm:pt modelId="{DF9B2F54-9059-4E07-A74B-F7532DA45BEF}" type="pres">
      <dgm:prSet presAssocID="{7A5A439F-257A-42D2-83CB-11C668D10E71}" presName="background" presStyleLbl="node0" presStyleIdx="3" presStyleCnt="4"/>
      <dgm:spPr/>
    </dgm:pt>
    <dgm:pt modelId="{701E2496-643A-4028-8A0B-8CEDED7B8E39}" type="pres">
      <dgm:prSet presAssocID="{7A5A439F-257A-42D2-83CB-11C668D10E71}" presName="text" presStyleLbl="fgAcc0" presStyleIdx="3" presStyleCnt="4">
        <dgm:presLayoutVars>
          <dgm:chPref val="3"/>
        </dgm:presLayoutVars>
      </dgm:prSet>
      <dgm:spPr/>
    </dgm:pt>
    <dgm:pt modelId="{3934603C-4D7C-4047-8718-22F836C1387B}" type="pres">
      <dgm:prSet presAssocID="{7A5A439F-257A-42D2-83CB-11C668D10E71}" presName="hierChild2" presStyleCnt="0"/>
      <dgm:spPr/>
    </dgm:pt>
  </dgm:ptLst>
  <dgm:cxnLst>
    <dgm:cxn modelId="{F89FD907-F07B-4C2B-9D91-E85DB3B280C9}" srcId="{63FDE52E-7ECF-4577-8373-DD73F48F0609}" destId="{6E653FFA-68B2-4658-A033-D8D46181D843}" srcOrd="1" destOrd="0" parTransId="{97EC8DAA-1BBE-4B34-B163-530B82B8716F}" sibTransId="{9BC6636C-5AE3-48B7-8498-1780499DE060}"/>
    <dgm:cxn modelId="{6509B741-1B59-4BC0-8790-8D3F38D393A0}" type="presOf" srcId="{6E653FFA-68B2-4658-A033-D8D46181D843}" destId="{C00EE1BB-45F7-47E0-AC2B-78675D1D5E76}" srcOrd="0" destOrd="0" presId="urn:microsoft.com/office/officeart/2005/8/layout/hierarchy1"/>
    <dgm:cxn modelId="{69928245-2CC5-4215-9043-9EA58358427E}" srcId="{63FDE52E-7ECF-4577-8373-DD73F48F0609}" destId="{4FE9C45A-B9A9-447C-9E3E-DE32B302153D}" srcOrd="0" destOrd="0" parTransId="{74DDE6B2-DE6B-4CBD-A3FA-24BACF2391CF}" sibTransId="{F83B9D3E-1110-4DC6-AD44-28116A2F65C0}"/>
    <dgm:cxn modelId="{9384EB4B-0ECD-459A-AC2E-03DF4C850C85}" srcId="{63FDE52E-7ECF-4577-8373-DD73F48F0609}" destId="{95FDBBAF-76FF-4375-BA73-1DB686829E99}" srcOrd="2" destOrd="0" parTransId="{043CD29E-B661-45DB-A30F-BC346B07F790}" sibTransId="{777DDDE9-1528-4E4A-A217-169CFDAFB90C}"/>
    <dgm:cxn modelId="{EB89BA88-8A5B-4B01-8A08-C6C6E340CBB9}" type="presOf" srcId="{63FDE52E-7ECF-4577-8373-DD73F48F0609}" destId="{7C1D3814-00DA-4FFC-A06F-C81AA7BBBCAF}" srcOrd="0" destOrd="0" presId="urn:microsoft.com/office/officeart/2005/8/layout/hierarchy1"/>
    <dgm:cxn modelId="{E689238E-B172-4325-97CB-190ACCF6B0AA}" srcId="{63FDE52E-7ECF-4577-8373-DD73F48F0609}" destId="{7A5A439F-257A-42D2-83CB-11C668D10E71}" srcOrd="3" destOrd="0" parTransId="{2E0EDD22-186F-43BA-B3D2-8E7BB77B0937}" sibTransId="{3D9921E5-5D7D-4DE3-91D5-063C73DE94D9}"/>
    <dgm:cxn modelId="{97BF16A5-E9ED-46E7-8FAD-75032C1086AA}" type="presOf" srcId="{95FDBBAF-76FF-4375-BA73-1DB686829E99}" destId="{60C9B619-67A9-4127-9E51-185FEE218D97}" srcOrd="0" destOrd="0" presId="urn:microsoft.com/office/officeart/2005/8/layout/hierarchy1"/>
    <dgm:cxn modelId="{19DC97A6-9065-485A-BE56-0E43299451D0}" type="presOf" srcId="{7A5A439F-257A-42D2-83CB-11C668D10E71}" destId="{701E2496-643A-4028-8A0B-8CEDED7B8E39}" srcOrd="0" destOrd="0" presId="urn:microsoft.com/office/officeart/2005/8/layout/hierarchy1"/>
    <dgm:cxn modelId="{D6502FD5-03DC-47C9-A91F-5018268AA406}" type="presOf" srcId="{4FE9C45A-B9A9-447C-9E3E-DE32B302153D}" destId="{796ABEEB-2E14-499D-9F59-3F0E8A05F452}" srcOrd="0" destOrd="0" presId="urn:microsoft.com/office/officeart/2005/8/layout/hierarchy1"/>
    <dgm:cxn modelId="{B1A8C657-F625-4C87-8449-62847B8F48CD}" type="presParOf" srcId="{7C1D3814-00DA-4FFC-A06F-C81AA7BBBCAF}" destId="{806E60C5-2FBA-48D1-AD24-0D54131B9D76}" srcOrd="0" destOrd="0" presId="urn:microsoft.com/office/officeart/2005/8/layout/hierarchy1"/>
    <dgm:cxn modelId="{2F466B14-1FE6-4D18-9E75-251985CA58F4}" type="presParOf" srcId="{806E60C5-2FBA-48D1-AD24-0D54131B9D76}" destId="{3BC5CA6F-1D7E-4A15-B01B-208F055E8D92}" srcOrd="0" destOrd="0" presId="urn:microsoft.com/office/officeart/2005/8/layout/hierarchy1"/>
    <dgm:cxn modelId="{B737AF01-2AC8-4ABC-8EAE-BAFABCFB6634}" type="presParOf" srcId="{3BC5CA6F-1D7E-4A15-B01B-208F055E8D92}" destId="{6125CBFD-1E11-4C32-88FE-C4AB56620806}" srcOrd="0" destOrd="0" presId="urn:microsoft.com/office/officeart/2005/8/layout/hierarchy1"/>
    <dgm:cxn modelId="{8FA12124-A6CA-4262-B348-1585EF438204}" type="presParOf" srcId="{3BC5CA6F-1D7E-4A15-B01B-208F055E8D92}" destId="{796ABEEB-2E14-499D-9F59-3F0E8A05F452}" srcOrd="1" destOrd="0" presId="urn:microsoft.com/office/officeart/2005/8/layout/hierarchy1"/>
    <dgm:cxn modelId="{8163C350-0424-4221-92CF-9341A546372E}" type="presParOf" srcId="{806E60C5-2FBA-48D1-AD24-0D54131B9D76}" destId="{498BB44C-8353-4659-B8E3-9FCC7542BCEF}" srcOrd="1" destOrd="0" presId="urn:microsoft.com/office/officeart/2005/8/layout/hierarchy1"/>
    <dgm:cxn modelId="{408E95C6-D3FE-4EDC-BEA9-E68A62E01100}" type="presParOf" srcId="{7C1D3814-00DA-4FFC-A06F-C81AA7BBBCAF}" destId="{E198F088-DA79-4ECB-B5E8-A6FD3483BC15}" srcOrd="1" destOrd="0" presId="urn:microsoft.com/office/officeart/2005/8/layout/hierarchy1"/>
    <dgm:cxn modelId="{0CA6730B-BD60-4A34-ABCD-4DCB1D004FD4}" type="presParOf" srcId="{E198F088-DA79-4ECB-B5E8-A6FD3483BC15}" destId="{E636642B-A6CE-493F-9BD9-AFB330CF9ECD}" srcOrd="0" destOrd="0" presId="urn:microsoft.com/office/officeart/2005/8/layout/hierarchy1"/>
    <dgm:cxn modelId="{DF890A2B-978D-4E34-BDA6-CD74721DAFC5}" type="presParOf" srcId="{E636642B-A6CE-493F-9BD9-AFB330CF9ECD}" destId="{E175FFDF-32E0-4DBC-A1DE-2377DDA4FC5D}" srcOrd="0" destOrd="0" presId="urn:microsoft.com/office/officeart/2005/8/layout/hierarchy1"/>
    <dgm:cxn modelId="{1A5A84F5-2259-4457-82B3-AA549EB383A5}" type="presParOf" srcId="{E636642B-A6CE-493F-9BD9-AFB330CF9ECD}" destId="{C00EE1BB-45F7-47E0-AC2B-78675D1D5E76}" srcOrd="1" destOrd="0" presId="urn:microsoft.com/office/officeart/2005/8/layout/hierarchy1"/>
    <dgm:cxn modelId="{ED81404F-6E44-4E79-AE07-95CF64EBA7CD}" type="presParOf" srcId="{E198F088-DA79-4ECB-B5E8-A6FD3483BC15}" destId="{F68FD8AF-6F1A-4FA1-9B38-7EA1057D08A8}" srcOrd="1" destOrd="0" presId="urn:microsoft.com/office/officeart/2005/8/layout/hierarchy1"/>
    <dgm:cxn modelId="{87D34D0E-9890-441B-8C3D-78231B773188}" type="presParOf" srcId="{7C1D3814-00DA-4FFC-A06F-C81AA7BBBCAF}" destId="{075BB5E5-C427-426E-AF94-BED78ABEA166}" srcOrd="2" destOrd="0" presId="urn:microsoft.com/office/officeart/2005/8/layout/hierarchy1"/>
    <dgm:cxn modelId="{89D3AC00-D52F-44CF-91B9-522FC7997A8A}" type="presParOf" srcId="{075BB5E5-C427-426E-AF94-BED78ABEA166}" destId="{39CE6835-9017-4401-8660-73563C05FA60}" srcOrd="0" destOrd="0" presId="urn:microsoft.com/office/officeart/2005/8/layout/hierarchy1"/>
    <dgm:cxn modelId="{153DE624-8900-473F-8A4D-A864DF2DCEFC}" type="presParOf" srcId="{39CE6835-9017-4401-8660-73563C05FA60}" destId="{28F43871-28B3-445D-A6A9-47DAEB957958}" srcOrd="0" destOrd="0" presId="urn:microsoft.com/office/officeart/2005/8/layout/hierarchy1"/>
    <dgm:cxn modelId="{F4277D14-410D-4B58-B1F4-4FA3CED2B2F0}" type="presParOf" srcId="{39CE6835-9017-4401-8660-73563C05FA60}" destId="{60C9B619-67A9-4127-9E51-185FEE218D97}" srcOrd="1" destOrd="0" presId="urn:microsoft.com/office/officeart/2005/8/layout/hierarchy1"/>
    <dgm:cxn modelId="{8951590A-BA4E-4B30-8BAD-4A4BAC6F11CE}" type="presParOf" srcId="{075BB5E5-C427-426E-AF94-BED78ABEA166}" destId="{522288B1-FD77-4B6B-B2EC-D2832C039DE1}" srcOrd="1" destOrd="0" presId="urn:microsoft.com/office/officeart/2005/8/layout/hierarchy1"/>
    <dgm:cxn modelId="{3D8D188B-3DFA-48FD-BF88-6C5480CDB33C}" type="presParOf" srcId="{7C1D3814-00DA-4FFC-A06F-C81AA7BBBCAF}" destId="{2063CAFF-6330-4F2E-B1F5-BF7BD0AD9A3E}" srcOrd="3" destOrd="0" presId="urn:microsoft.com/office/officeart/2005/8/layout/hierarchy1"/>
    <dgm:cxn modelId="{AD8062CF-C8BC-43B6-9682-9E83C8F99E53}" type="presParOf" srcId="{2063CAFF-6330-4F2E-B1F5-BF7BD0AD9A3E}" destId="{AA0365D4-75EB-4E1C-8204-912BE10CF94D}" srcOrd="0" destOrd="0" presId="urn:microsoft.com/office/officeart/2005/8/layout/hierarchy1"/>
    <dgm:cxn modelId="{5F2EEFA5-C582-4A93-A07A-5476A0F16CC4}" type="presParOf" srcId="{AA0365D4-75EB-4E1C-8204-912BE10CF94D}" destId="{DF9B2F54-9059-4E07-A74B-F7532DA45BEF}" srcOrd="0" destOrd="0" presId="urn:microsoft.com/office/officeart/2005/8/layout/hierarchy1"/>
    <dgm:cxn modelId="{343526BA-3082-4312-AF16-07EB0B75A5DF}" type="presParOf" srcId="{AA0365D4-75EB-4E1C-8204-912BE10CF94D}" destId="{701E2496-643A-4028-8A0B-8CEDED7B8E39}" srcOrd="1" destOrd="0" presId="urn:microsoft.com/office/officeart/2005/8/layout/hierarchy1"/>
    <dgm:cxn modelId="{9BDFF602-C267-4B8E-888F-4DD66B720D12}" type="presParOf" srcId="{2063CAFF-6330-4F2E-B1F5-BF7BD0AD9A3E}" destId="{3934603C-4D7C-4047-8718-22F836C1387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3E791-56AD-4280-86DA-4F5A5F3A5399}">
      <dsp:nvSpPr>
        <dsp:cNvPr id="0" name=""/>
        <dsp:cNvSpPr/>
      </dsp:nvSpPr>
      <dsp:spPr>
        <a:xfrm>
          <a:off x="1283" y="1637276"/>
          <a:ext cx="1455650" cy="9243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E454D6-CE51-4C86-87CE-9CC85DEA9818}">
      <dsp:nvSpPr>
        <dsp:cNvPr id="0" name=""/>
        <dsp:cNvSpPr/>
      </dsp:nvSpPr>
      <dsp:spPr>
        <a:xfrm>
          <a:off x="163022" y="1790928"/>
          <a:ext cx="1455650" cy="924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000" kern="1200"/>
            <a:t>What is Azure Open AI</a:t>
          </a:r>
          <a:endParaRPr lang="en-US" sz="1000" kern="1200"/>
        </a:p>
      </dsp:txBody>
      <dsp:txXfrm>
        <a:off x="190095" y="1818001"/>
        <a:ext cx="1401504" cy="870192"/>
      </dsp:txXfrm>
    </dsp:sp>
    <dsp:sp modelId="{5CBFC8F0-4991-4D3A-A02B-41CA98688A0B}">
      <dsp:nvSpPr>
        <dsp:cNvPr id="0" name=""/>
        <dsp:cNvSpPr/>
      </dsp:nvSpPr>
      <dsp:spPr>
        <a:xfrm>
          <a:off x="1780412" y="1637276"/>
          <a:ext cx="1455650" cy="9243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C0E94D-B54E-4B04-8E7E-2C03BC43386C}">
      <dsp:nvSpPr>
        <dsp:cNvPr id="0" name=""/>
        <dsp:cNvSpPr/>
      </dsp:nvSpPr>
      <dsp:spPr>
        <a:xfrm>
          <a:off x="1942151" y="1790928"/>
          <a:ext cx="1455650" cy="924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000" kern="1200" dirty="0"/>
            <a:t>Difference between </a:t>
          </a:r>
          <a:r>
            <a:rPr lang="en-IN" sz="1000" kern="1200" dirty="0" err="1"/>
            <a:t>chatgpt</a:t>
          </a:r>
          <a:r>
            <a:rPr lang="en-IN" sz="1000" kern="1200" dirty="0"/>
            <a:t> and Azure Open AI</a:t>
          </a:r>
          <a:endParaRPr lang="en-US" sz="1000" kern="1200" dirty="0"/>
        </a:p>
      </dsp:txBody>
      <dsp:txXfrm>
        <a:off x="1969224" y="1818001"/>
        <a:ext cx="1401504" cy="870192"/>
      </dsp:txXfrm>
    </dsp:sp>
    <dsp:sp modelId="{4A475520-A1D3-494D-AF92-20132E243828}">
      <dsp:nvSpPr>
        <dsp:cNvPr id="0" name=""/>
        <dsp:cNvSpPr/>
      </dsp:nvSpPr>
      <dsp:spPr>
        <a:xfrm>
          <a:off x="3559540" y="1637276"/>
          <a:ext cx="1455650" cy="9243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B280F-DEA9-4556-807B-4A8576959947}">
      <dsp:nvSpPr>
        <dsp:cNvPr id="0" name=""/>
        <dsp:cNvSpPr/>
      </dsp:nvSpPr>
      <dsp:spPr>
        <a:xfrm>
          <a:off x="3721279" y="1790928"/>
          <a:ext cx="1455650" cy="924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000" kern="1200"/>
            <a:t>Different options to use AI models</a:t>
          </a:r>
          <a:endParaRPr lang="en-US" sz="1000" kern="1200"/>
        </a:p>
      </dsp:txBody>
      <dsp:txXfrm>
        <a:off x="3748352" y="1818001"/>
        <a:ext cx="1401504" cy="870192"/>
      </dsp:txXfrm>
    </dsp:sp>
    <dsp:sp modelId="{E590F9C0-8AED-4620-B0B2-4E6E4C658097}">
      <dsp:nvSpPr>
        <dsp:cNvPr id="0" name=""/>
        <dsp:cNvSpPr/>
      </dsp:nvSpPr>
      <dsp:spPr>
        <a:xfrm>
          <a:off x="5338669" y="1637276"/>
          <a:ext cx="1455650" cy="9243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DF2AA-8E31-4609-8473-369C3DD9B374}">
      <dsp:nvSpPr>
        <dsp:cNvPr id="0" name=""/>
        <dsp:cNvSpPr/>
      </dsp:nvSpPr>
      <dsp:spPr>
        <a:xfrm>
          <a:off x="5500408" y="1790928"/>
          <a:ext cx="1455650" cy="924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000" kern="1200" dirty="0"/>
            <a:t>Self hosted CHATGPT using private </a:t>
          </a:r>
          <a:r>
            <a:rPr lang="en-IN" sz="1000" kern="1200" dirty="0" err="1"/>
            <a:t>Azureopenai</a:t>
          </a:r>
          <a:endParaRPr lang="en-US" sz="1000" kern="1200" dirty="0"/>
        </a:p>
      </dsp:txBody>
      <dsp:txXfrm>
        <a:off x="5527481" y="1818001"/>
        <a:ext cx="1401504" cy="870192"/>
      </dsp:txXfrm>
    </dsp:sp>
    <dsp:sp modelId="{046751CB-65E8-4508-9E66-382E24C6D44E}">
      <dsp:nvSpPr>
        <dsp:cNvPr id="0" name=""/>
        <dsp:cNvSpPr/>
      </dsp:nvSpPr>
      <dsp:spPr>
        <a:xfrm>
          <a:off x="7117798" y="1637276"/>
          <a:ext cx="1455650" cy="9243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0B5A2-42B7-43F0-A90E-7046B873634B}">
      <dsp:nvSpPr>
        <dsp:cNvPr id="0" name=""/>
        <dsp:cNvSpPr/>
      </dsp:nvSpPr>
      <dsp:spPr>
        <a:xfrm>
          <a:off x="7279537" y="1790928"/>
          <a:ext cx="1455650" cy="924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1000" kern="1200" dirty="0"/>
            <a:t>Demo on using Azure’s open AI private and calling it from AKS through firewall</a:t>
          </a:r>
          <a:endParaRPr lang="en-US" sz="1000" kern="1200" dirty="0"/>
        </a:p>
      </dsp:txBody>
      <dsp:txXfrm>
        <a:off x="7306610" y="1818001"/>
        <a:ext cx="1401504" cy="870192"/>
      </dsp:txXfrm>
    </dsp:sp>
    <dsp:sp modelId="{79F7E2DF-957A-43CC-9531-6616D102A11C}">
      <dsp:nvSpPr>
        <dsp:cNvPr id="0" name=""/>
        <dsp:cNvSpPr/>
      </dsp:nvSpPr>
      <dsp:spPr>
        <a:xfrm>
          <a:off x="8896926" y="1637276"/>
          <a:ext cx="1455650" cy="92433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A8F6BF-15E1-4E4D-A916-8D3815706CF7}">
      <dsp:nvSpPr>
        <dsp:cNvPr id="0" name=""/>
        <dsp:cNvSpPr/>
      </dsp:nvSpPr>
      <dsp:spPr>
        <a:xfrm>
          <a:off x="9058665" y="1790928"/>
          <a:ext cx="1455650" cy="92433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000" kern="1200" dirty="0"/>
            <a:t>Get application code</a:t>
          </a:r>
        </a:p>
      </dsp:txBody>
      <dsp:txXfrm>
        <a:off x="9085738" y="1818001"/>
        <a:ext cx="1401504" cy="870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25CBFD-1E11-4C32-88FE-C4AB56620806}">
      <dsp:nvSpPr>
        <dsp:cNvPr id="0" name=""/>
        <dsp:cNvSpPr/>
      </dsp:nvSpPr>
      <dsp:spPr>
        <a:xfrm>
          <a:off x="3080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6ABEEB-2E14-499D-9F59-3F0E8A05F452}">
      <dsp:nvSpPr>
        <dsp:cNvPr id="0" name=""/>
        <dsp:cNvSpPr/>
      </dsp:nvSpPr>
      <dsp:spPr>
        <a:xfrm>
          <a:off x="247486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Not developing any agent</a:t>
          </a:r>
          <a:endParaRPr lang="en-US" sz="2300" kern="1200"/>
        </a:p>
      </dsp:txBody>
      <dsp:txXfrm>
        <a:off x="288396" y="1634885"/>
        <a:ext cx="2117829" cy="1314957"/>
      </dsp:txXfrm>
    </dsp:sp>
    <dsp:sp modelId="{E175FFDF-32E0-4DBC-A1DE-2377DDA4FC5D}">
      <dsp:nvSpPr>
        <dsp:cNvPr id="0" name=""/>
        <dsp:cNvSpPr/>
      </dsp:nvSpPr>
      <dsp:spPr>
        <a:xfrm>
          <a:off x="2691541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EE1BB-45F7-47E0-AC2B-78675D1D5E76}">
      <dsp:nvSpPr>
        <dsp:cNvPr id="0" name=""/>
        <dsp:cNvSpPr/>
      </dsp:nvSpPr>
      <dsp:spPr>
        <a:xfrm>
          <a:off x="2935947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Not installing any </a:t>
          </a:r>
          <a:r>
            <a:rPr lang="en-IN" sz="2300" kern="1200" dirty="0" err="1"/>
            <a:t>llm</a:t>
          </a:r>
          <a:endParaRPr lang="en-US" sz="2300" kern="1200" dirty="0"/>
        </a:p>
      </dsp:txBody>
      <dsp:txXfrm>
        <a:off x="2976857" y="1634885"/>
        <a:ext cx="2117829" cy="1314957"/>
      </dsp:txXfrm>
    </dsp:sp>
    <dsp:sp modelId="{28F43871-28B3-445D-A6A9-47DAEB957958}">
      <dsp:nvSpPr>
        <dsp:cNvPr id="0" name=""/>
        <dsp:cNvSpPr/>
      </dsp:nvSpPr>
      <dsp:spPr>
        <a:xfrm>
          <a:off x="5380002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9B619-67A9-4127-9E51-185FEE218D97}">
      <dsp:nvSpPr>
        <dsp:cNvPr id="0" name=""/>
        <dsp:cNvSpPr/>
      </dsp:nvSpPr>
      <dsp:spPr>
        <a:xfrm>
          <a:off x="5624408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Not creating a model (</a:t>
          </a:r>
          <a:r>
            <a:rPr lang="en-IN" sz="2300" kern="1200" dirty="0" err="1"/>
            <a:t>ofcourse</a:t>
          </a:r>
          <a:r>
            <a:rPr lang="en-IN" sz="2300" kern="1200" dirty="0"/>
            <a:t>)</a:t>
          </a:r>
          <a:endParaRPr lang="en-US" sz="2300" kern="1200" dirty="0"/>
        </a:p>
      </dsp:txBody>
      <dsp:txXfrm>
        <a:off x="5665318" y="1634885"/>
        <a:ext cx="2117829" cy="1314957"/>
      </dsp:txXfrm>
    </dsp:sp>
    <dsp:sp modelId="{DF9B2F54-9059-4E07-A74B-F7532DA45BEF}">
      <dsp:nvSpPr>
        <dsp:cNvPr id="0" name=""/>
        <dsp:cNvSpPr/>
      </dsp:nvSpPr>
      <dsp:spPr>
        <a:xfrm>
          <a:off x="8068463" y="1361790"/>
          <a:ext cx="2199649" cy="139677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E2496-643A-4028-8A0B-8CEDED7B8E39}">
      <dsp:nvSpPr>
        <dsp:cNvPr id="0" name=""/>
        <dsp:cNvSpPr/>
      </dsp:nvSpPr>
      <dsp:spPr>
        <a:xfrm>
          <a:off x="8312869" y="1593975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not building the application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</dsp:txBody>
      <dsp:txXfrm>
        <a:off x="8353779" y="1634885"/>
        <a:ext cx="2117829" cy="1314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5B3EE-C4D3-433C-A10E-BDDE34A739F9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2BE157-DECD-4AC8-B2D9-E6137D61E7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530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2BE157-DECD-4AC8-B2D9-E6137D61E7C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5281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D292B-9D7C-E67B-52D5-AE7FF0BD4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668638-E8E8-9840-F912-AB942D800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4DA1F-7F57-3FCD-DADF-3E6249C8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24DE5-DF69-B25D-5958-A97C7348D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18CF5-7FD1-70F0-B028-5EF86A605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63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CBC42-BDBE-9235-CBFE-CA2F5A39C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24B84-2F3B-5E68-6252-4E2EA8BBD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8F89E-93BC-1134-8EEE-16A499066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9F3E0-5E47-905E-EEA1-6F9326CD8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50A7A-7DCF-0D7D-64BD-2A55CC4A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8946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C869D-D4CE-1659-D423-F81917077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99383-C2EE-648E-9278-3BFEE1FCF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423045-A477-781D-090E-E6ACDD4EA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5B048-BE2D-AC23-3BCE-09071663F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ED13C-0567-A39B-D539-F7BC3B1DF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64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052E-6BD3-041D-4B68-33FA1AD34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554C-B6F9-FC65-EEBB-EFC7C1D4E5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B32E7-92EE-09A0-984C-08F77D22F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7BE65-0B6B-6F44-E9CD-39F91F13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B65AD-7C6A-35C3-2959-DB95E907A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82A7D-7D43-8F67-A032-CCE74AC4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658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5FDC2-BC98-98AB-D0AC-43EDC2469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77EA8-4C7B-B35C-3B9F-C26C40972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B1C18-0337-253B-C138-C77B45A7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26469-98EC-9B8D-EFDF-CF428A3F6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4915-12D0-4773-B1F3-05D5FED003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2D3421-9DA7-09D7-B686-B47476E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74642D-FA5E-AF49-66D8-0D7D831C7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8D923E-F582-8558-3A2B-0D91CD7F1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246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2A74E-D838-6C98-E803-29F7E5F9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A47F27-E9A3-5754-05A1-509A67E0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4B6B7F-7FC4-6AB9-4E68-C989804F9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BD9B1-D0F6-C2DA-A873-64739085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165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C63EDA-9CD3-5E5B-7CE0-F5ED2557F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1C7FE2-1575-8579-46C6-FCFC2528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93A98-1BB8-CAF5-216A-D898F0C1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394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F8EF-028F-C53A-9FE2-E7E13C947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359C6-1139-8158-6173-250FB6C77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1C86E-7777-D589-34F4-D5BD4F53E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F2523-8BD4-2C94-21F4-B02996E30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83E6C-F898-7D4F-F5D3-D5F67509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240074-CF69-CFF6-9FB3-32C4DEBB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21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94BB-FF03-E121-26E9-29079DB05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B561E8-C41C-4939-3179-7C4EA0C0A8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C97141-1829-C0E6-8367-D8A8182F6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C48D2-0A84-CB07-56E3-79E1C168F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7A0671-685B-0745-7988-81F2AD196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F91E9F-B8C2-A5BC-3C11-7B3255E9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57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7F3F-CE75-EB95-C34E-78C9921E2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00FC00-39A8-492E-98A4-A74495B83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FC8CA-73DB-1CE3-56CB-072E2937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087BE-0C89-6BE6-6B1F-C367350C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A80BF-51BB-06E4-DFAD-5CCDB5FE4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01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F0CF38-0D76-2E37-E9E3-946A53B53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74FFE-0D19-0929-9688-231B4B2AD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726C9-7807-E396-F5D2-DD4FC60D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DA8D8-825F-8E67-A435-14E6E79C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124C2-39F2-5714-BFD1-D17E7966D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58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C66B5-8A8D-ECA7-A520-795811BD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4D55A-A695-0335-0E51-5E6490E8B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2C05-EE3E-1DEE-45B0-7F114F889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C8C91-8A0C-4EB7-9096-7588A8DBF430}" type="datetimeFigureOut">
              <a:rPr lang="en-IN" smtClean="0"/>
              <a:t>12-01-2026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EA89E-499B-D522-D9EB-B34963851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E22AA-F16B-5506-3BE3-EDD7DB471B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9E668F-350E-4C4F-95DD-C6C3F0C443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938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azure/ai-foundry/responsible-ai/openai/data-privacy?view=foundry-classic&amp;tabs=azure-porta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ryworld.cognitiveservices.azure.com/" TargetMode="External"/><Relationship Id="rId2" Type="http://schemas.openxmlformats.org/officeDocument/2006/relationships/hyperlink" Target="https://foundryworld.openai.azure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andazaugust/openai/tree/azdevchennaicommunity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8E030-85CA-9384-B849-21C50B68E4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D640DB-2632-BB8B-D0F1-B3FA8F1996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729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43D69-06A6-76C0-B2B5-6DB20B0E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104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13474-1137-3B39-17ED-9E3ECDA61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609" y="835701"/>
            <a:ext cx="5184388" cy="403692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22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Linkedin</a:t>
            </a:r>
            <a: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 https://www.linkedin.com/in/anand-rao-8aba1b123/</a:t>
            </a:r>
            <a:b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Blog site: https://alwayslearn.in</a:t>
            </a:r>
            <a:b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Community:</a:t>
            </a:r>
            <a:b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https://www.meetup.com/azure-aks-chennai-user-group/</a:t>
            </a: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br>
              <a:rPr lang="en-US" sz="1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1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6" name="Content Placeholder 4">
            <a:extLst>
              <a:ext uri="{FF2B5EF4-FFF2-40B4-BE49-F238E27FC236}">
                <a16:creationId xmlns:a16="http://schemas.microsoft.com/office/drawing/2014/main" id="{B35182FE-08E6-1338-9479-76CD1CB6E2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1"/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07" name="Group 106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47009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58367-C7B5-8F86-9EFE-929B83DD0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 fontScale="90000"/>
          </a:bodyPr>
          <a:lstStyle/>
          <a:p>
            <a:r>
              <a:rPr lang="en-IN" sz="7200" dirty="0"/>
              <a:t>Azure Open AI with AKS – Private setup with Firewall and without secrets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9542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370FE0-C071-B21B-5734-50B3BE5BD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7F84-409A-B20B-2243-4C1D8A5FA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/>
              <a:t>Agenda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58313651-454D-3732-2B2F-E3AD864BAC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0423392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9382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06248F-6CCF-C0F0-EBC0-C502B9632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F4DA-3D04-E5E6-8377-01D963EB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/>
              <a:t>What we are not doing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684F17-C51D-9278-54B4-5028204A2C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331738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6705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3D1D0-425E-A47E-8B36-0A535F0A2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What is Azure Open AI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9C4AC-E689-EF39-C266-348020A9A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200" dirty="0"/>
              <a:t>Azure OpenAI is a service where you can </a:t>
            </a:r>
            <a:r>
              <a:rPr lang="en-US" sz="2200" b="1" dirty="0"/>
              <a:t>use advanced AI models like gpt4, </a:t>
            </a:r>
            <a:r>
              <a:rPr lang="en-US" sz="2200" b="1" dirty="0" err="1"/>
              <a:t>gpt</a:t>
            </a:r>
            <a:r>
              <a:rPr lang="en-US" sz="2200" b="1" dirty="0"/>
              <a:t> – 4o via Azure’s cloud and hosted in Azure </a:t>
            </a:r>
            <a:r>
              <a:rPr lang="en-US" sz="2200" b="1" dirty="0" err="1"/>
              <a:t>infrastrucure</a:t>
            </a:r>
            <a:r>
              <a:rPr lang="en-US" sz="2200" dirty="0"/>
              <a:t>, similar to how we use Azure Storage, Azure SQL, or AKS.</a:t>
            </a:r>
          </a:p>
          <a:p>
            <a:r>
              <a:rPr lang="en-US" sz="2200" dirty="0"/>
              <a:t>A good example would be a Azure SQL server managed by Azure where we don’t install the SQL, but it is already installed and available to us with a PAAS model</a:t>
            </a:r>
          </a:p>
          <a:p>
            <a:r>
              <a:rPr lang="en-US" sz="2200" dirty="0"/>
              <a:t>Similarly the Open AI model is already deployed and optimized in Azure’s infrastructure and available to us. I would call it model as a service. </a:t>
            </a:r>
          </a:p>
          <a:p>
            <a:r>
              <a:rPr lang="en-US" sz="2200" dirty="0"/>
              <a:t>If we don’t use, Azure’s open AI, the alternate option would be to install OpenAI model on our own infrastructure like VM. This requires massive  CPU resources, complex scaling etc.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519704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58512A-A31F-4F9E-EF54-B631A5AA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6E13DB-2742-7BA4-47BA-74D7380DF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3700"/>
              <a:t>Why do we really need Azure’s AI when Public AI already exists?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51DE8-01DA-291E-F66A-7737C2F0B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US" sz="2000" dirty="0"/>
              <a:t>Even though public LLMs like ChatGPT are available, many organizations cannot use them due to security, data privacy, governance, and compliance requirements. This is where Azure AI is considered.</a:t>
            </a:r>
          </a:p>
          <a:p>
            <a:r>
              <a:rPr lang="en-IN" sz="2000" dirty="0"/>
              <a:t>Azure AI provides authentication by integrating with Azure AD, private networking, Data stays within Azure, using managed identities and having complete control</a:t>
            </a:r>
          </a:p>
          <a:p>
            <a:r>
              <a:rPr lang="en-IN" sz="2000" dirty="0"/>
              <a:t>By default </a:t>
            </a:r>
            <a:r>
              <a:rPr lang="en-IN" sz="2000" dirty="0" err="1"/>
              <a:t>chatgpt</a:t>
            </a:r>
            <a:r>
              <a:rPr lang="en-IN" sz="2000" dirty="0"/>
              <a:t>, uses our data to train the models https://openai.com/policies/how-your-data-is-used-to-improve-model-performance/ </a:t>
            </a:r>
          </a:p>
          <a:p>
            <a:r>
              <a:rPr lang="en-IN" sz="2000" dirty="0"/>
              <a:t>Azure AI does not use the data to train models </a:t>
            </a:r>
            <a:r>
              <a:rPr lang="en-IN" sz="2000" dirty="0">
                <a:hlinkClick r:id="rId2"/>
              </a:rPr>
              <a:t>https://learn.microsoft.com/en-us/azure/ai-foundry/responsible-ai/openai/data-privacy?view=foundry-classic&amp;tabs=azure-portal</a:t>
            </a:r>
            <a:endParaRPr lang="en-IN" sz="2000" dirty="0"/>
          </a:p>
          <a:p>
            <a:r>
              <a:rPr lang="en-IN" sz="2000" dirty="0"/>
              <a:t>Integration of RAG based solutions and AI agents is seamless with Azure Open AI</a:t>
            </a:r>
          </a:p>
        </p:txBody>
      </p:sp>
    </p:spTree>
    <p:extLst>
      <p:ext uri="{BB962C8B-B14F-4D97-AF65-F5344CB8AC3E}">
        <p14:creationId xmlns:p14="http://schemas.microsoft.com/office/powerpoint/2010/main" val="1522882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F6BD9E-074C-4DC7-1970-E1B93755E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2AA6B6-9113-37D1-E110-1415ABADD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Categories of using models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3A45A-A86E-8AE9-0613-B2DE86E4E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endParaRPr lang="en-IN" sz="2200" dirty="0"/>
          </a:p>
          <a:p>
            <a:r>
              <a:rPr lang="en-IN" sz="2200" dirty="0"/>
              <a:t>A model is the LLM or SLM which is brain of AI </a:t>
            </a:r>
          </a:p>
          <a:p>
            <a:r>
              <a:rPr lang="en-IN" sz="2200" dirty="0"/>
              <a:t>A couple of ways to use AI models</a:t>
            </a:r>
          </a:p>
          <a:p>
            <a:pPr lvl="1"/>
            <a:r>
              <a:rPr lang="en-IN" sz="1800" dirty="0"/>
              <a:t>Using public AI platforms like </a:t>
            </a:r>
            <a:r>
              <a:rPr lang="en-IN" sz="1800" dirty="0" err="1"/>
              <a:t>chatgpt</a:t>
            </a:r>
            <a:endParaRPr lang="en-IN" sz="1800" dirty="0"/>
          </a:p>
          <a:p>
            <a:pPr lvl="1"/>
            <a:r>
              <a:rPr lang="en-IN" sz="1800" dirty="0"/>
              <a:t> Self hosted open source models like </a:t>
            </a:r>
            <a:r>
              <a:rPr lang="en-IN" sz="1800" dirty="0" err="1"/>
              <a:t>deepseek</a:t>
            </a:r>
            <a:r>
              <a:rPr lang="en-IN" sz="1800" dirty="0"/>
              <a:t>, llama which has to be deployed in our own infrastructure like Azure VM or something else which requires massive resources. </a:t>
            </a:r>
          </a:p>
          <a:p>
            <a:pPr lvl="1"/>
            <a:r>
              <a:rPr lang="en-IN" sz="1800" dirty="0"/>
              <a:t> Using the already hosted and managed models in Azure (Azure’s Open AI) </a:t>
            </a:r>
          </a:p>
        </p:txBody>
      </p:sp>
    </p:spTree>
    <p:extLst>
      <p:ext uri="{BB962C8B-B14F-4D97-AF65-F5344CB8AC3E}">
        <p14:creationId xmlns:p14="http://schemas.microsoft.com/office/powerpoint/2010/main" val="247437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C744F-5864-25B5-7E6D-81E06B326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CDF05-59AF-4483-7D25-34DD443DC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Our setup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26032" y="1067264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C844AE5E-27A6-6F91-80B9-F0C2931FC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954" y="2091095"/>
            <a:ext cx="7159557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49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754A8B-42E2-CFCD-7D1A-8D4D34D5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9E78F-879D-CE34-2D4B-FEAA0F0D6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Flow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1C144-95D1-EFEE-3A5F-6D411FDE2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IN" sz="2200" dirty="0"/>
              <a:t>Frontend UI calls backend API which makes a call to Azure’s Open AI through Azure Firewall</a:t>
            </a:r>
          </a:p>
          <a:p>
            <a:r>
              <a:rPr lang="en-IN" sz="2200" dirty="0"/>
              <a:t>Open AI returns answer, </a:t>
            </a:r>
          </a:p>
          <a:p>
            <a:r>
              <a:rPr lang="en-IN" sz="2200" dirty="0"/>
              <a:t>There is no public </a:t>
            </a:r>
            <a:r>
              <a:rPr lang="en-IN" sz="2200" dirty="0" err="1"/>
              <a:t>ip</a:t>
            </a:r>
            <a:r>
              <a:rPr lang="en-IN" sz="2200" dirty="0"/>
              <a:t> associated with AKS or Azure </a:t>
            </a:r>
            <a:r>
              <a:rPr lang="en-IN" sz="2200" dirty="0" err="1"/>
              <a:t>openAI</a:t>
            </a:r>
            <a:endParaRPr lang="en-IN" sz="2200" dirty="0"/>
          </a:p>
          <a:p>
            <a:endParaRPr lang="en-IN" sz="2200" dirty="0">
              <a:sym typeface="Wingdings" panose="05000000000000000000" pitchFamily="2" charset="2"/>
            </a:endParaRPr>
          </a:p>
          <a:p>
            <a:endParaRPr lang="en-IN" sz="2200" dirty="0">
              <a:sym typeface="Wingdings" panose="05000000000000000000" pitchFamily="2" charset="2"/>
            </a:endParaRP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39923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BBD1D-BC0C-1066-EDE6-C8716D376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5DB1CB-FEB4-92FC-68E0-FC4950DD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Authentication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8342-4E51-264A-D120-FE48EEEDC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r>
              <a:rPr lang="en-IN" sz="2200" dirty="0"/>
              <a:t>The AKS’s managed identity should have access to Azure’s OpenAI</a:t>
            </a:r>
          </a:p>
          <a:p>
            <a:r>
              <a:rPr lang="en-IN" sz="2200" dirty="0"/>
              <a:t>The managed identity should be given access at the scope of Azure Foundry</a:t>
            </a:r>
          </a:p>
          <a:p>
            <a:r>
              <a:rPr lang="en-IN" sz="2200" dirty="0"/>
              <a:t>The endpoint </a:t>
            </a:r>
            <a:r>
              <a:rPr lang="en-IN" sz="2200" dirty="0" err="1"/>
              <a:t>url</a:t>
            </a:r>
            <a:r>
              <a:rPr lang="en-IN" sz="2200" dirty="0"/>
              <a:t> to be used are:</a:t>
            </a:r>
          </a:p>
          <a:p>
            <a:pPr lvl="1"/>
            <a:r>
              <a:rPr lang="en-IN" sz="1800" dirty="0"/>
              <a:t>           </a:t>
            </a:r>
            <a:r>
              <a:rPr lang="en-IN" dirty="0">
                <a:hlinkClick r:id="rId2"/>
              </a:rPr>
              <a:t>https://foundryworld.openai.azure.com/</a:t>
            </a:r>
            <a:endParaRPr lang="en-IN" sz="1800" dirty="0"/>
          </a:p>
          <a:p>
            <a:pPr lvl="1"/>
            <a:r>
              <a:rPr lang="en-IN" sz="1800" dirty="0"/>
              <a:t>           </a:t>
            </a:r>
            <a:r>
              <a:rPr lang="en-IN" dirty="0">
                <a:hlinkClick r:id="rId3"/>
              </a:rPr>
              <a:t>https://foundryworld.cognitiveservices.azure.com/</a:t>
            </a:r>
            <a:endParaRPr lang="en-IN" dirty="0"/>
          </a:p>
          <a:p>
            <a:r>
              <a:rPr lang="en-IN" sz="2200" dirty="0"/>
              <a:t>The code should be using </a:t>
            </a:r>
            <a:r>
              <a:rPr lang="en-IN" sz="2200" dirty="0" err="1"/>
              <a:t>defaultazurecredential</a:t>
            </a:r>
            <a:endParaRPr lang="en-IN" sz="2200" dirty="0"/>
          </a:p>
          <a:p>
            <a:pPr marL="914400" lvl="2" indent="0">
              <a:buNone/>
            </a:pPr>
            <a:r>
              <a:rPr lang="en-IN" dirty="0"/>
              <a:t>credential = </a:t>
            </a:r>
            <a:r>
              <a:rPr lang="en-IN" dirty="0" err="1"/>
              <a:t>DefaultAzureCredential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sz="22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585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F6B52-E473-8A22-9101-3D7B652EB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AE813A-C63E-3ABF-CD6A-2779793E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IN" sz="3600"/>
              <a:t>Network Setup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7887C-8112-C6C2-5375-FEC74A7BD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68" y="2863341"/>
            <a:ext cx="6702552" cy="2228598"/>
          </a:xfrm>
          <a:prstGeom prst="rect">
            <a:avLst/>
          </a:prstGeom>
        </p:spPr>
      </p:pic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5CC13-8B6F-5572-9676-DBD5A12FD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1818" y="1931639"/>
            <a:ext cx="3722032" cy="4677630"/>
          </a:xfrm>
        </p:spPr>
        <p:txBody>
          <a:bodyPr anchor="ctr">
            <a:normAutofit/>
          </a:bodyPr>
          <a:lstStyle/>
          <a:p>
            <a:r>
              <a:rPr lang="en-IN" sz="1800" dirty="0"/>
              <a:t>The AKS Cluster is in separate </a:t>
            </a:r>
            <a:r>
              <a:rPr lang="en-IN" sz="1800" dirty="0" err="1"/>
              <a:t>vnet</a:t>
            </a:r>
            <a:r>
              <a:rPr lang="en-IN" sz="1800" dirty="0"/>
              <a:t> and peered with Firewall VNET</a:t>
            </a:r>
          </a:p>
          <a:p>
            <a:r>
              <a:rPr lang="en-IN" sz="1800" dirty="0"/>
              <a:t>The Open AI is in separate VNET and is peered with firewall VNET\</a:t>
            </a:r>
          </a:p>
          <a:p>
            <a:r>
              <a:rPr lang="en-IN" sz="1800" dirty="0"/>
              <a:t>Firewall rules to be opened from AKS to Azure Open AI</a:t>
            </a:r>
          </a:p>
          <a:p>
            <a:r>
              <a:rPr lang="en-IN" sz="1800" dirty="0"/>
              <a:t>There is a route table associated to the AKS Subnet to route all traffic to the firewall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83763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EC0AD-B35F-4CDB-9DEA-A2E251289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3193C6-4378-530C-2EC2-C43D0BC6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/>
              <a:t>Using Azure’s Open AI model : Our setup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4EDA-5633-96A0-2E5C-10E2EC908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lnSpcReduction="10000"/>
          </a:bodyPr>
          <a:lstStyle/>
          <a:p>
            <a:r>
              <a:rPr lang="en-IN" sz="2200" dirty="0"/>
              <a:t>A </a:t>
            </a:r>
            <a:r>
              <a:rPr lang="en-IN" sz="2200" dirty="0" err="1"/>
              <a:t>chatgpt</a:t>
            </a:r>
            <a:r>
              <a:rPr lang="en-IN" sz="2200" dirty="0"/>
              <a:t> like application completely private which uses Azure Open AI to reach models and get answers for our queries.</a:t>
            </a:r>
          </a:p>
          <a:p>
            <a:r>
              <a:rPr lang="en-IN" sz="2200" dirty="0"/>
              <a:t>The API calls and frontend UI is hosted on AKS and the API calls are basically made from AKS to Open AI.</a:t>
            </a:r>
          </a:p>
          <a:p>
            <a:r>
              <a:rPr lang="en-IN" sz="2200" dirty="0"/>
              <a:t>We are going to make use of managed Open AI in Azure and call them using the endpoint </a:t>
            </a:r>
          </a:p>
          <a:p>
            <a:r>
              <a:rPr lang="en-IN" sz="2200" dirty="0"/>
              <a:t>We will have a backend python code that makes an API call to the Azure managed AI endpoint. This code will be hosted on top of AKS.  </a:t>
            </a:r>
          </a:p>
          <a:p>
            <a:r>
              <a:rPr lang="en-IN" sz="2200" dirty="0"/>
              <a:t>We will have a frontend UI that calls the backend . </a:t>
            </a:r>
          </a:p>
          <a:p>
            <a:r>
              <a:rPr lang="en-IN" sz="2200" dirty="0"/>
              <a:t>The backend API calls the </a:t>
            </a:r>
            <a:r>
              <a:rPr lang="en-IN" sz="2200" dirty="0" err="1"/>
              <a:t>AzureOpenAI</a:t>
            </a:r>
            <a:endParaRPr lang="en-IN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089153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F9EE-F9A9-BC5F-1085-BBD9FDF61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github</a:t>
            </a:r>
            <a:r>
              <a:rPr lang="en-IN" dirty="0"/>
              <a:t> </a:t>
            </a:r>
            <a:r>
              <a:rPr lang="en-IN" dirty="0" err="1"/>
              <a:t>url</a:t>
            </a:r>
            <a:r>
              <a:rPr lang="en-IN" dirty="0"/>
              <a:t> to build app and host it in </a:t>
            </a:r>
            <a:r>
              <a:rPr lang="en-IN"/>
              <a:t>aks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82786-06FD-3396-8589-ADD888FDB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>
                <a:hlinkClick r:id="rId2"/>
              </a:rPr>
              <a:t>anandazaugust</a:t>
            </a:r>
            <a:r>
              <a:rPr lang="en-IN" dirty="0">
                <a:hlinkClick r:id="rId2"/>
              </a:rPr>
              <a:t>/</a:t>
            </a:r>
            <a:r>
              <a:rPr lang="en-IN" dirty="0" err="1">
                <a:hlinkClick r:id="rId2"/>
              </a:rPr>
              <a:t>openai</a:t>
            </a:r>
            <a:r>
              <a:rPr lang="en-IN" dirty="0">
                <a:hlinkClick r:id="rId2"/>
              </a:rPr>
              <a:t> at </a:t>
            </a:r>
            <a:r>
              <a:rPr lang="en-IN" dirty="0" err="1">
                <a:hlinkClick r:id="rId2"/>
              </a:rPr>
              <a:t>azdevchennaicommunity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5452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65BDB-7DCB-2AA7-752A-398CF573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A381-060E-7343-DFA9-202B81FD2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80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A8648-B052-94AB-C21A-DF5EDF50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DD9F8-A2AD-A6FE-51DE-4C48EF2E5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CDAE4-A70E-69E7-F46E-07F86BB38DE3}"/>
              </a:ext>
            </a:extLst>
          </p:cNvPr>
          <p:cNvSpPr txBox="1"/>
          <p:nvPr/>
        </p:nvSpPr>
        <p:spPr>
          <a:xfrm>
            <a:off x="3047134" y="2967335"/>
            <a:ext cx="6094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AzureDiagnostics</a:t>
            </a:r>
            <a:endParaRPr lang="en-IN" dirty="0"/>
          </a:p>
          <a:p>
            <a:r>
              <a:rPr lang="en-IN" dirty="0"/>
              <a:t>| where Category == "</a:t>
            </a:r>
            <a:r>
              <a:rPr lang="en-IN" dirty="0" err="1"/>
              <a:t>AzureFirewallApplicationRule</a:t>
            </a:r>
            <a:r>
              <a:rPr lang="en-IN" dirty="0"/>
              <a:t>"</a:t>
            </a:r>
          </a:p>
          <a:p>
            <a:r>
              <a:rPr lang="en-IN" dirty="0"/>
              <a:t>| where </a:t>
            </a:r>
            <a:r>
              <a:rPr lang="en-IN" dirty="0" err="1"/>
              <a:t>msg_s</a:t>
            </a:r>
            <a:r>
              <a:rPr lang="en-IN" dirty="0"/>
              <a:t> contains "Deny"</a:t>
            </a:r>
          </a:p>
        </p:txBody>
      </p:sp>
    </p:spTree>
    <p:extLst>
      <p:ext uri="{BB962C8B-B14F-4D97-AF65-F5344CB8AC3E}">
        <p14:creationId xmlns:p14="http://schemas.microsoft.com/office/powerpoint/2010/main" val="2639233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308B5-5C7B-6E43-07E5-E49ABADB6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05A5-A114-CAD3-B20F-12A785D5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2440C-519D-FAA8-6FBB-7C56E4867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 </a:t>
            </a:r>
            <a:r>
              <a:rPr lang="en-IN" dirty="0" err="1"/>
              <a:t>az</a:t>
            </a:r>
            <a:r>
              <a:rPr lang="en-IN" dirty="0"/>
              <a:t> </a:t>
            </a:r>
            <a:r>
              <a:rPr lang="en-IN" dirty="0" err="1"/>
              <a:t>aks</a:t>
            </a:r>
            <a:r>
              <a:rPr lang="en-IN" dirty="0"/>
              <a:t> get-credentials --resource-group </a:t>
            </a:r>
            <a:r>
              <a:rPr lang="en-IN" dirty="0" err="1"/>
              <a:t>testrg</a:t>
            </a:r>
            <a:r>
              <a:rPr lang="en-IN" dirty="0"/>
              <a:t> --name aks-cluster-1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 err="1"/>
              <a:t>az</a:t>
            </a:r>
            <a:r>
              <a:rPr lang="en-IN" sz="2400" dirty="0"/>
              <a:t> </a:t>
            </a:r>
            <a:r>
              <a:rPr lang="en-IN" sz="2400" dirty="0" err="1"/>
              <a:t>aks</a:t>
            </a:r>
            <a:r>
              <a:rPr lang="en-IN" sz="2400" dirty="0"/>
              <a:t> get-credentials --resource-group </a:t>
            </a:r>
            <a:r>
              <a:rPr lang="en-IN" sz="2400" dirty="0" err="1"/>
              <a:t>testrg</a:t>
            </a:r>
            <a:r>
              <a:rPr lang="en-IN" sz="2400" dirty="0"/>
              <a:t> --name aks-cluster-1</a:t>
            </a:r>
          </a:p>
        </p:txBody>
      </p:sp>
    </p:spTree>
    <p:extLst>
      <p:ext uri="{BB962C8B-B14F-4D97-AF65-F5344CB8AC3E}">
        <p14:creationId xmlns:p14="http://schemas.microsoft.com/office/powerpoint/2010/main" val="3964682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6E44F-076E-6F12-A310-21977C26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B939-A579-3A0A-81AE-DB136931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8713659" cy="1729657"/>
          </a:xfrm>
        </p:spPr>
        <p:txBody>
          <a:bodyPr anchor="t">
            <a:noAutofit/>
          </a:bodyPr>
          <a:lstStyle/>
          <a:p>
            <a:r>
              <a:rPr lang="en-IN" sz="1800" dirty="0">
                <a:solidFill>
                  <a:schemeClr val="bg1"/>
                </a:solidFill>
              </a:rPr>
              <a:t>U</a:t>
            </a:r>
            <a:r>
              <a:rPr lang="en-IN" sz="1800" dirty="0"/>
              <a:t>python3</a:t>
            </a:r>
            <a:br>
              <a:rPr lang="en-IN" sz="1800" dirty="0"/>
            </a:br>
            <a:r>
              <a:rPr lang="en-IN" sz="1800" dirty="0"/>
              <a:t>import </a:t>
            </a:r>
            <a:r>
              <a:rPr lang="en-IN" sz="1800" dirty="0" err="1"/>
              <a:t>redis</a:t>
            </a:r>
            <a:br>
              <a:rPr lang="en-IN" sz="1800" dirty="0"/>
            </a:br>
            <a:r>
              <a:rPr lang="en-IN" sz="1800" dirty="0"/>
              <a:t>from </a:t>
            </a:r>
            <a:r>
              <a:rPr lang="en-IN" sz="1800" dirty="0" err="1"/>
              <a:t>azure.identity</a:t>
            </a:r>
            <a:r>
              <a:rPr lang="en-IN" sz="1800" dirty="0"/>
              <a:t> import </a:t>
            </a:r>
            <a:r>
              <a:rPr lang="en-IN" sz="1800" dirty="0" err="1"/>
              <a:t>DefaultAzureCredential</a:t>
            </a:r>
            <a:br>
              <a:rPr lang="en-IN" sz="1800" dirty="0"/>
            </a:br>
            <a:r>
              <a:rPr lang="en-IN" sz="1800" dirty="0"/>
              <a:t> </a:t>
            </a:r>
            <a:br>
              <a:rPr lang="en-IN" sz="1800" dirty="0"/>
            </a:br>
            <a:r>
              <a:rPr lang="en-IN" sz="1800" dirty="0"/>
              <a:t>host = "aiforredis.uksouth.redis.azure.net"</a:t>
            </a:r>
            <a:br>
              <a:rPr lang="en-IN" sz="1800" dirty="0"/>
            </a:br>
            <a:r>
              <a:rPr lang="en-IN" sz="1800" dirty="0"/>
              <a:t>port = 10000</a:t>
            </a:r>
            <a:br>
              <a:rPr lang="en-IN" sz="1800" dirty="0"/>
            </a:br>
            <a:r>
              <a:rPr lang="en-IN" sz="1800" dirty="0"/>
              <a:t> </a:t>
            </a:r>
            <a:br>
              <a:rPr lang="en-IN" sz="1800" dirty="0"/>
            </a:br>
            <a:r>
              <a:rPr lang="en-IN" sz="1800" dirty="0"/>
              <a:t>cred = </a:t>
            </a:r>
            <a:r>
              <a:rPr lang="en-IN" sz="1800" dirty="0" err="1"/>
              <a:t>DefaultAzureCredential</a:t>
            </a:r>
            <a:r>
              <a:rPr lang="en-IN" sz="1800" dirty="0"/>
              <a:t>()</a:t>
            </a:r>
            <a:br>
              <a:rPr lang="en-IN" sz="1800" dirty="0"/>
            </a:br>
            <a:r>
              <a:rPr lang="en-IN" sz="1800" dirty="0"/>
              <a:t>token = </a:t>
            </a:r>
            <a:r>
              <a:rPr lang="en-IN" sz="1800" dirty="0" err="1"/>
              <a:t>cred.get_token</a:t>
            </a:r>
            <a:r>
              <a:rPr lang="en-IN" sz="1800" dirty="0"/>
              <a:t>("https://redis.azure.com/.default").token</a:t>
            </a:r>
            <a:br>
              <a:rPr lang="en-IN" sz="1800" dirty="0"/>
            </a:br>
            <a:r>
              <a:rPr lang="en-IN" sz="1800" dirty="0"/>
              <a:t> </a:t>
            </a:r>
            <a:br>
              <a:rPr lang="en-IN" sz="1800" dirty="0"/>
            </a:br>
            <a:r>
              <a:rPr lang="en-IN" sz="1800" dirty="0"/>
              <a:t>r = </a:t>
            </a:r>
            <a:r>
              <a:rPr lang="en-IN" sz="1800" dirty="0" err="1"/>
              <a:t>redis.Redis</a:t>
            </a:r>
            <a:r>
              <a:rPr lang="en-IN" sz="1800" dirty="0"/>
              <a:t>(</a:t>
            </a:r>
            <a:br>
              <a:rPr lang="en-IN" sz="1800" dirty="0"/>
            </a:br>
            <a:r>
              <a:rPr lang="en-IN" sz="1800" dirty="0"/>
              <a:t>    host=host,</a:t>
            </a:r>
            <a:br>
              <a:rPr lang="en-IN" sz="1800" dirty="0"/>
            </a:br>
            <a:r>
              <a:rPr lang="en-IN" sz="1800" dirty="0"/>
              <a:t>    port=port,</a:t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dirty="0" err="1"/>
              <a:t>ssl</a:t>
            </a:r>
            <a:r>
              <a:rPr lang="en-IN" sz="1800" dirty="0"/>
              <a:t>=True,</a:t>
            </a:r>
            <a:br>
              <a:rPr lang="en-IN" sz="1800" dirty="0"/>
            </a:br>
            <a:r>
              <a:rPr lang="en-IN" sz="1800" dirty="0"/>
              <a:t>    username="$managed",</a:t>
            </a:r>
            <a:br>
              <a:rPr lang="en-IN" sz="1800" dirty="0"/>
            </a:br>
            <a:r>
              <a:rPr lang="en-IN" sz="1800" dirty="0"/>
              <a:t>    password=token,</a:t>
            </a:r>
            <a:br>
              <a:rPr lang="en-IN" sz="1800" dirty="0"/>
            </a:br>
            <a:r>
              <a:rPr lang="en-IN" sz="1800" dirty="0"/>
              <a:t>    </a:t>
            </a:r>
            <a:r>
              <a:rPr lang="en-IN" sz="1800" dirty="0" err="1"/>
              <a:t>decode_responses</a:t>
            </a:r>
            <a:r>
              <a:rPr lang="en-IN" sz="1800" dirty="0"/>
              <a:t>=True</a:t>
            </a:r>
            <a:br>
              <a:rPr lang="en-IN" sz="1800" dirty="0"/>
            </a:br>
            <a:r>
              <a:rPr lang="en-IN" sz="1800" dirty="0"/>
              <a:t>)</a:t>
            </a:r>
            <a:br>
              <a:rPr lang="en-IN" sz="1800" dirty="0"/>
            </a:br>
            <a:r>
              <a:rPr lang="en-IN" sz="1800" dirty="0"/>
              <a:t> </a:t>
            </a:r>
            <a:br>
              <a:rPr lang="en-IN" sz="1800" dirty="0"/>
            </a:br>
            <a:r>
              <a:rPr lang="en-IN" sz="1800" dirty="0"/>
              <a:t>print(</a:t>
            </a:r>
            <a:r>
              <a:rPr lang="en-IN" sz="1800" dirty="0" err="1"/>
              <a:t>r.keys</a:t>
            </a:r>
            <a:r>
              <a:rPr lang="en-IN" sz="1800" dirty="0"/>
              <a:t>("*"))</a:t>
            </a:r>
            <a:br>
              <a:rPr lang="en-IN" sz="1800" dirty="0"/>
            </a:br>
            <a:br>
              <a:rPr lang="en-IN" sz="1800" dirty="0"/>
            </a:br>
            <a:r>
              <a:rPr lang="en-IN" dirty="0" err="1"/>
              <a:t>r.delete</a:t>
            </a:r>
            <a:r>
              <a:rPr lang="en-IN" dirty="0"/>
              <a:t>("chat-1764292527742")</a:t>
            </a:r>
            <a:br>
              <a:rPr lang="en-IN" sz="1800" dirty="0"/>
            </a:br>
            <a:r>
              <a:rPr lang="en-IN" sz="1800" dirty="0">
                <a:solidFill>
                  <a:schemeClr val="bg1"/>
                </a:solidFill>
              </a:rPr>
              <a:t>sing Azure’s Open AI model </a:t>
            </a:r>
          </a:p>
        </p:txBody>
      </p:sp>
    </p:spTree>
    <p:extLst>
      <p:ext uri="{BB962C8B-B14F-4D97-AF65-F5344CB8AC3E}">
        <p14:creationId xmlns:p14="http://schemas.microsoft.com/office/powerpoint/2010/main" val="4195180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2519</TotalTime>
  <Words>942</Words>
  <Application>Microsoft Office PowerPoint</Application>
  <PresentationFormat>Widescreen</PresentationFormat>
  <Paragraphs>73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Linkedin: https://www.linkedin.com/in/anand-rao-8aba1b123/  Blog site: https://alwayslearn.in  Community: https://www.meetup.com/azure-aks-chennai-user-group/          </vt:lpstr>
      <vt:lpstr>Azure Open AI with AKS – Private setup with Firewall and without secrets</vt:lpstr>
      <vt:lpstr>Agenda</vt:lpstr>
      <vt:lpstr>What we are not doing</vt:lpstr>
      <vt:lpstr>What is Azure Open AI</vt:lpstr>
      <vt:lpstr>Why do we really need Azure’s AI when Public AI already exists?</vt:lpstr>
      <vt:lpstr>Categories of using models </vt:lpstr>
      <vt:lpstr>Our setup</vt:lpstr>
      <vt:lpstr>Flow</vt:lpstr>
      <vt:lpstr>Authentication</vt:lpstr>
      <vt:lpstr>Network Setup</vt:lpstr>
      <vt:lpstr>Using Azure’s Open AI model : Our setup</vt:lpstr>
      <vt:lpstr>github url to build app and host it in aks</vt:lpstr>
      <vt:lpstr>Backup</vt:lpstr>
      <vt:lpstr>PowerPoint Presentation</vt:lpstr>
      <vt:lpstr>Flow</vt:lpstr>
      <vt:lpstr>Upython3 import redis from azure.identity import DefaultAzureCredential   host = "aiforredis.uksouth.redis.azure.net" port = 10000   cred = DefaultAzureCredential() token = cred.get_token("https://redis.azure.com/.default").token   r = redis.Redis(     host=host,     port=port,     ssl=True,     username="$managed",     password=token,     decode_responses=True )   print(r.keys("*"))  r.delete("chat-1764292527742") sing Azure’s Open AI model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Rao</dc:creator>
  <cp:lastModifiedBy>Anand Rao</cp:lastModifiedBy>
  <cp:revision>12</cp:revision>
  <dcterms:created xsi:type="dcterms:W3CDTF">2025-11-25T22:45:37Z</dcterms:created>
  <dcterms:modified xsi:type="dcterms:W3CDTF">2026-01-11T23:59:08Z</dcterms:modified>
</cp:coreProperties>
</file>