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7" r:id="rId2"/>
    <p:sldId id="262" r:id="rId3"/>
    <p:sldId id="2147482154" r:id="rId4"/>
    <p:sldId id="2076136307" r:id="rId5"/>
    <p:sldId id="2147482153" r:id="rId6"/>
    <p:sldId id="2147482150" r:id="rId7"/>
    <p:sldId id="2147482151" r:id="rId8"/>
    <p:sldId id="2147482152" r:id="rId9"/>
    <p:sldId id="2076136358" r:id="rId10"/>
    <p:sldId id="2076136320" r:id="rId11"/>
    <p:sldId id="2147482149" r:id="rId12"/>
    <p:sldId id="2076136388" r:id="rId1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Light" panose="00000400000000000000" pitchFamily="2" charset="0"/>
      <p:regular r:id="rId19"/>
      <p: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Light" panose="02000000000000000000" pitchFamily="2" charset="0"/>
      <p:regular r:id="rId25"/>
      <p:italic r:id="rId26"/>
    </p:embeddedFont>
    <p:embeddedFont>
      <p:font typeface="Rubik Light" panose="020B0604020202020204" charset="0"/>
      <p:regular r:id="rId27"/>
      <p:bold r:id="rId28"/>
      <p:italic r:id="rId29"/>
      <p:boldItalic r:id="rId30"/>
    </p:embeddedFont>
    <p:embeddedFont>
      <p:font typeface="Segoe UI" panose="020B0502040204020203" pitchFamily="34" charset="0"/>
      <p:regular r:id="rId31"/>
      <p:bold r:id="rId32"/>
      <p:italic r:id="rId33"/>
      <p:boldItalic r:id="rId34"/>
    </p:embeddedFont>
    <p:embeddedFont>
      <p:font typeface="Segoe UI Light" panose="020B0502040204020203" pitchFamily="34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CD279B-6700-4031-BA55-47B3059FAC2B}" v="18" dt="2026-05-08T15:59:17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330" autoAdjust="0"/>
  </p:normalViewPr>
  <p:slideViewPr>
    <p:cSldViewPr snapToGrid="0">
      <p:cViewPr varScale="1">
        <p:scale>
          <a:sx n="121" d="100"/>
          <a:sy n="121" d="100"/>
        </p:scale>
        <p:origin x="1284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heme" Target="theme/theme1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Prabhu Chinnadurai" userId="d0936850-59fd-4966-be14-3549ed0d6641" providerId="ADAL" clId="{A590E5A5-7125-46F7-B362-312843702992}"/>
    <pc:docChg chg="custSel modSld">
      <pc:chgData name="Naveen Prabhu Chinnadurai" userId="d0936850-59fd-4966-be14-3549ed0d6641" providerId="ADAL" clId="{A590E5A5-7125-46F7-B362-312843702992}" dt="2026-05-08T15:59:17.562" v="22"/>
      <pc:docMkLst>
        <pc:docMk/>
      </pc:docMkLst>
      <pc:sldChg chg="delSp mod">
        <pc:chgData name="Naveen Prabhu Chinnadurai" userId="d0936850-59fd-4966-be14-3549ed0d6641" providerId="ADAL" clId="{A590E5A5-7125-46F7-B362-312843702992}" dt="2026-05-08T11:00:45.425" v="0" actId="478"/>
        <pc:sldMkLst>
          <pc:docMk/>
          <pc:sldMk cId="3429545569" sldId="257"/>
        </pc:sldMkLst>
        <pc:picChg chg="del">
          <ac:chgData name="Naveen Prabhu Chinnadurai" userId="d0936850-59fd-4966-be14-3549ed0d6641" providerId="ADAL" clId="{A590E5A5-7125-46F7-B362-312843702992}" dt="2026-05-08T11:00:45.425" v="0" actId="478"/>
          <ac:picMkLst>
            <pc:docMk/>
            <pc:sldMk cId="3429545569" sldId="257"/>
            <ac:picMk id="8" creationId="{672C7FC3-33EE-1749-17DA-C2A5004C51E0}"/>
          </ac:picMkLst>
        </pc:picChg>
      </pc:sldChg>
      <pc:sldChg chg="modSp mod">
        <pc:chgData name="Naveen Prabhu Chinnadurai" userId="d0936850-59fd-4966-be14-3549ed0d6641" providerId="ADAL" clId="{A590E5A5-7125-46F7-B362-312843702992}" dt="2026-05-08T15:59:17.562" v="22"/>
        <pc:sldMkLst>
          <pc:docMk/>
          <pc:sldMk cId="1928694594" sldId="2147482151"/>
        </pc:sldMkLst>
        <pc:graphicFrameChg chg="mod modGraphic">
          <ac:chgData name="Naveen Prabhu Chinnadurai" userId="d0936850-59fd-4966-be14-3549ed0d6641" providerId="ADAL" clId="{A590E5A5-7125-46F7-B362-312843702992}" dt="2026-05-08T15:59:17.562" v="22"/>
          <ac:graphicFrameMkLst>
            <pc:docMk/>
            <pc:sldMk cId="1928694594" sldId="2147482151"/>
            <ac:graphicFrameMk id="4" creationId="{9B34089F-2B49-B9EB-1D47-821EBA617D1A}"/>
          </ac:graphicFrameMkLst>
        </pc:graphicFrameChg>
      </pc:sldChg>
      <pc:sldChg chg="mod modShow">
        <pc:chgData name="Naveen Prabhu Chinnadurai" userId="d0936850-59fd-4966-be14-3549ed0d6641" providerId="ADAL" clId="{A590E5A5-7125-46F7-B362-312843702992}" dt="2026-05-08T11:25:14.563" v="1" actId="729"/>
        <pc:sldMkLst>
          <pc:docMk/>
          <pc:sldMk cId="940533955" sldId="214748215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2279FB-F9A2-4C63-8036-159ED8100F2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AEEF82-24D0-41EE-B4E3-4BDADB84DD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gm:t>
    </dgm:pt>
    <dgm:pt modelId="{E0652196-15E1-4405-B607-503FF3977711}" type="parTrans" cxnId="{BD4C0B61-D0B3-4DFE-8038-50260989A832}">
      <dgm:prSet/>
      <dgm:spPr/>
      <dgm:t>
        <a:bodyPr/>
        <a:lstStyle/>
        <a:p>
          <a:endParaRPr lang="en-US"/>
        </a:p>
      </dgm:t>
    </dgm:pt>
    <dgm:pt modelId="{AA26660C-F101-4A03-8401-6DF652B2E9FD}" type="sibTrans" cxnId="{BD4C0B61-D0B3-4DFE-8038-50260989A832}">
      <dgm:prSet/>
      <dgm:spPr/>
      <dgm:t>
        <a:bodyPr/>
        <a:lstStyle/>
        <a:p>
          <a:endParaRPr lang="en-US"/>
        </a:p>
      </dgm:t>
    </dgm:pt>
    <dgm:pt modelId="{3CE8C8AD-C04C-430A-91D4-A0087B9C70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gm:t>
    </dgm:pt>
    <dgm:pt modelId="{FD64C687-88A4-46D1-A963-1DA5011F12F2}" type="parTrans" cxnId="{8E8EE2BD-E30E-4ACB-9C57-1B70F692E76A}">
      <dgm:prSet/>
      <dgm:spPr/>
      <dgm:t>
        <a:bodyPr/>
        <a:lstStyle/>
        <a:p>
          <a:endParaRPr lang="en-US"/>
        </a:p>
      </dgm:t>
    </dgm:pt>
    <dgm:pt modelId="{3AB9E390-4933-4A06-B44E-F332D92AF949}" type="sibTrans" cxnId="{8E8EE2BD-E30E-4ACB-9C57-1B70F692E76A}">
      <dgm:prSet/>
      <dgm:spPr/>
      <dgm:t>
        <a:bodyPr/>
        <a:lstStyle/>
        <a:p>
          <a:endParaRPr lang="en-US"/>
        </a:p>
      </dgm:t>
    </dgm:pt>
    <dgm:pt modelId="{EE98422C-FF8E-480E-AC18-6A4223FAE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gm:t>
    </dgm:pt>
    <dgm:pt modelId="{EF29C25A-ABFD-4750-A8D6-08CCF4FCA9AE}" type="parTrans" cxnId="{FA65E353-4AFB-458A-B0CD-9F197DC6E8A8}">
      <dgm:prSet/>
      <dgm:spPr/>
      <dgm:t>
        <a:bodyPr/>
        <a:lstStyle/>
        <a:p>
          <a:endParaRPr lang="en-US"/>
        </a:p>
      </dgm:t>
    </dgm:pt>
    <dgm:pt modelId="{D6F9AFF5-823D-468B-A310-80D3556728F6}" type="sibTrans" cxnId="{FA65E353-4AFB-458A-B0CD-9F197DC6E8A8}">
      <dgm:prSet/>
      <dgm:spPr/>
      <dgm:t>
        <a:bodyPr/>
        <a:lstStyle/>
        <a:p>
          <a:endParaRPr lang="en-US"/>
        </a:p>
      </dgm:t>
    </dgm:pt>
    <dgm:pt modelId="{AE2A4D25-0448-4ACA-82E7-9E929966DF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gm:t>
    </dgm:pt>
    <dgm:pt modelId="{0EA5ECA6-E17B-4EA8-A243-5CDF9990B736}" type="parTrans" cxnId="{56C6F4B4-5D12-4CD7-AA87-93A74C0735BB}">
      <dgm:prSet/>
      <dgm:spPr/>
      <dgm:t>
        <a:bodyPr/>
        <a:lstStyle/>
        <a:p>
          <a:endParaRPr lang="en-US"/>
        </a:p>
      </dgm:t>
    </dgm:pt>
    <dgm:pt modelId="{C5343C43-7C98-45EA-9244-A9BB5DF12A29}" type="sibTrans" cxnId="{56C6F4B4-5D12-4CD7-AA87-93A74C0735BB}">
      <dgm:prSet/>
      <dgm:spPr/>
      <dgm:t>
        <a:bodyPr/>
        <a:lstStyle/>
        <a:p>
          <a:endParaRPr lang="en-US"/>
        </a:p>
      </dgm:t>
    </dgm:pt>
    <dgm:pt modelId="{00A15217-21BA-4FB2-974C-6774D08EF452}" type="pres">
      <dgm:prSet presAssocID="{452279FB-F9A2-4C63-8036-159ED8100F27}" presName="root" presStyleCnt="0">
        <dgm:presLayoutVars>
          <dgm:dir/>
          <dgm:resizeHandles val="exact"/>
        </dgm:presLayoutVars>
      </dgm:prSet>
      <dgm:spPr/>
    </dgm:pt>
    <dgm:pt modelId="{D3EB8E53-1FCC-4C49-AB6D-DBA136B7D30A}" type="pres">
      <dgm:prSet presAssocID="{0DAEEF82-24D0-41EE-B4E3-4BDADB84DDDD}" presName="compNode" presStyleCnt="0"/>
      <dgm:spPr/>
    </dgm:pt>
    <dgm:pt modelId="{3C58206B-2659-4FCC-B2E3-457FA1F57794}" type="pres">
      <dgm:prSet presAssocID="{0DAEEF82-24D0-41EE-B4E3-4BDADB84DDDD}" presName="iconRect" presStyleLbl="node1" presStyleIdx="0" presStyleCnt="4" custLinFactNeighborX="-4009" custLinFactNeighborY="2031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822E947-31B7-4F45-8501-C39027786175}" type="pres">
      <dgm:prSet presAssocID="{0DAEEF82-24D0-41EE-B4E3-4BDADB84DDDD}" presName="spaceRect" presStyleCnt="0"/>
      <dgm:spPr/>
    </dgm:pt>
    <dgm:pt modelId="{109EE232-3330-4E13-93B6-1DCEAEC485BC}" type="pres">
      <dgm:prSet presAssocID="{0DAEEF82-24D0-41EE-B4E3-4BDADB84DDDD}" presName="textRect" presStyleLbl="revTx" presStyleIdx="0" presStyleCnt="4" custLinFactNeighborX="-93888" custLinFactNeighborY="-1341">
        <dgm:presLayoutVars>
          <dgm:chMax val="1"/>
          <dgm:chPref val="1"/>
        </dgm:presLayoutVars>
      </dgm:prSet>
      <dgm:spPr/>
    </dgm:pt>
    <dgm:pt modelId="{4760ED48-758F-45FB-9D3F-85A6AB578467}" type="pres">
      <dgm:prSet presAssocID="{AA26660C-F101-4A03-8401-6DF652B2E9FD}" presName="sibTrans" presStyleCnt="0"/>
      <dgm:spPr/>
    </dgm:pt>
    <dgm:pt modelId="{CD346430-CD13-4940-9756-B042A677A4C2}" type="pres">
      <dgm:prSet presAssocID="{3CE8C8AD-C04C-430A-91D4-A0087B9C70F1}" presName="compNode" presStyleCnt="0"/>
      <dgm:spPr/>
    </dgm:pt>
    <dgm:pt modelId="{75791870-2289-4B0C-B400-7D9A7ECFBCAE}" type="pres">
      <dgm:prSet presAssocID="{3CE8C8AD-C04C-430A-91D4-A0087B9C70F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70D14D6D-B84E-43BB-B85F-DEB89E0CC2EE}" type="pres">
      <dgm:prSet presAssocID="{3CE8C8AD-C04C-430A-91D4-A0087B9C70F1}" presName="spaceRect" presStyleCnt="0"/>
      <dgm:spPr/>
    </dgm:pt>
    <dgm:pt modelId="{577DE939-9596-4EC8-88B5-458703019989}" type="pres">
      <dgm:prSet presAssocID="{3CE8C8AD-C04C-430A-91D4-A0087B9C70F1}" presName="textRect" presStyleLbl="revTx" presStyleIdx="1" presStyleCnt="4">
        <dgm:presLayoutVars>
          <dgm:chMax val="1"/>
          <dgm:chPref val="1"/>
        </dgm:presLayoutVars>
      </dgm:prSet>
      <dgm:spPr/>
    </dgm:pt>
    <dgm:pt modelId="{36133790-FA38-4749-9E13-7614B4591322}" type="pres">
      <dgm:prSet presAssocID="{3AB9E390-4933-4A06-B44E-F332D92AF949}" presName="sibTrans" presStyleCnt="0"/>
      <dgm:spPr/>
    </dgm:pt>
    <dgm:pt modelId="{6C84245E-C3C5-4116-8F6A-8131BB4D5834}" type="pres">
      <dgm:prSet presAssocID="{EE98422C-FF8E-480E-AC18-6A4223FAE074}" presName="compNode" presStyleCnt="0"/>
      <dgm:spPr/>
    </dgm:pt>
    <dgm:pt modelId="{7F9BAFA7-A49C-4FE5-A0FF-856267DA0995}" type="pres">
      <dgm:prSet presAssocID="{EE98422C-FF8E-480E-AC18-6A4223FAE074}" presName="iconRect" presStyleLbl="node1" presStyleIdx="2" presStyleCnt="4" custLinFactNeighborX="14142" custLinFactNeighborY="-98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A3C9A23-6FF2-40C6-B221-0273CD7982DE}" type="pres">
      <dgm:prSet presAssocID="{EE98422C-FF8E-480E-AC18-6A4223FAE074}" presName="spaceRect" presStyleCnt="0"/>
      <dgm:spPr/>
    </dgm:pt>
    <dgm:pt modelId="{7952E1BD-B452-4113-9727-7FCF81661EB2}" type="pres">
      <dgm:prSet presAssocID="{EE98422C-FF8E-480E-AC18-6A4223FAE074}" presName="textRect" presStyleLbl="revTx" presStyleIdx="2" presStyleCnt="4" custLinFactNeighborX="6364" custLinFactNeighborY="-1113">
        <dgm:presLayoutVars>
          <dgm:chMax val="1"/>
          <dgm:chPref val="1"/>
        </dgm:presLayoutVars>
      </dgm:prSet>
      <dgm:spPr/>
    </dgm:pt>
    <dgm:pt modelId="{CA6364DB-FE69-48FA-A57F-309CD58A502C}" type="pres">
      <dgm:prSet presAssocID="{D6F9AFF5-823D-468B-A310-80D3556728F6}" presName="sibTrans" presStyleCnt="0"/>
      <dgm:spPr/>
    </dgm:pt>
    <dgm:pt modelId="{F637253B-3A0D-40C9-A4A6-2C98C63537CF}" type="pres">
      <dgm:prSet presAssocID="{AE2A4D25-0448-4ACA-82E7-9E929966DF67}" presName="compNode" presStyleCnt="0"/>
      <dgm:spPr/>
    </dgm:pt>
    <dgm:pt modelId="{35128AF3-CDF2-4596-A7D9-9B2CCF907B5B}" type="pres">
      <dgm:prSet presAssocID="{AE2A4D25-0448-4ACA-82E7-9E929966DF6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hand with solid fill"/>
        </a:ext>
      </dgm:extLst>
    </dgm:pt>
    <dgm:pt modelId="{32AA8948-0328-4EAE-8EEE-44F47588D64F}" type="pres">
      <dgm:prSet presAssocID="{AE2A4D25-0448-4ACA-82E7-9E929966DF67}" presName="spaceRect" presStyleCnt="0"/>
      <dgm:spPr/>
    </dgm:pt>
    <dgm:pt modelId="{3C84B468-E453-4A51-9830-AE3EAF62C543}" type="pres">
      <dgm:prSet presAssocID="{AE2A4D25-0448-4ACA-82E7-9E929966DF6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9B68C00-2A8A-0D41-9AEE-F403216324AD}" type="presOf" srcId="{EE98422C-FF8E-480E-AC18-6A4223FAE074}" destId="{7952E1BD-B452-4113-9727-7FCF81661EB2}" srcOrd="0" destOrd="0" presId="urn:microsoft.com/office/officeart/2018/2/layout/IconLabelList"/>
    <dgm:cxn modelId="{BD4C0B61-D0B3-4DFE-8038-50260989A832}" srcId="{452279FB-F9A2-4C63-8036-159ED8100F27}" destId="{0DAEEF82-24D0-41EE-B4E3-4BDADB84DDDD}" srcOrd="0" destOrd="0" parTransId="{E0652196-15E1-4405-B607-503FF3977711}" sibTransId="{AA26660C-F101-4A03-8401-6DF652B2E9FD}"/>
    <dgm:cxn modelId="{FA65E353-4AFB-458A-B0CD-9F197DC6E8A8}" srcId="{452279FB-F9A2-4C63-8036-159ED8100F27}" destId="{EE98422C-FF8E-480E-AC18-6A4223FAE074}" srcOrd="2" destOrd="0" parTransId="{EF29C25A-ABFD-4750-A8D6-08CCF4FCA9AE}" sibTransId="{D6F9AFF5-823D-468B-A310-80D3556728F6}"/>
    <dgm:cxn modelId="{219C969D-535C-F04C-A53F-438BEF323CDB}" type="presOf" srcId="{3CE8C8AD-C04C-430A-91D4-A0087B9C70F1}" destId="{577DE939-9596-4EC8-88B5-458703019989}" srcOrd="0" destOrd="0" presId="urn:microsoft.com/office/officeart/2018/2/layout/IconLabelList"/>
    <dgm:cxn modelId="{56C6F4B4-5D12-4CD7-AA87-93A74C0735BB}" srcId="{452279FB-F9A2-4C63-8036-159ED8100F27}" destId="{AE2A4D25-0448-4ACA-82E7-9E929966DF67}" srcOrd="3" destOrd="0" parTransId="{0EA5ECA6-E17B-4EA8-A243-5CDF9990B736}" sibTransId="{C5343C43-7C98-45EA-9244-A9BB5DF12A29}"/>
    <dgm:cxn modelId="{8E8EE2BD-E30E-4ACB-9C57-1B70F692E76A}" srcId="{452279FB-F9A2-4C63-8036-159ED8100F27}" destId="{3CE8C8AD-C04C-430A-91D4-A0087B9C70F1}" srcOrd="1" destOrd="0" parTransId="{FD64C687-88A4-46D1-A963-1DA5011F12F2}" sibTransId="{3AB9E390-4933-4A06-B44E-F332D92AF949}"/>
    <dgm:cxn modelId="{4E6519DC-A7CD-3845-8BA4-7EBA1CC99076}" type="presOf" srcId="{0DAEEF82-24D0-41EE-B4E3-4BDADB84DDDD}" destId="{109EE232-3330-4E13-93B6-1DCEAEC485BC}" srcOrd="0" destOrd="0" presId="urn:microsoft.com/office/officeart/2018/2/layout/IconLabelList"/>
    <dgm:cxn modelId="{BBBD62DC-71C8-4231-8271-D8CD5E86F3D6}" type="presOf" srcId="{AE2A4D25-0448-4ACA-82E7-9E929966DF67}" destId="{3C84B468-E453-4A51-9830-AE3EAF62C543}" srcOrd="0" destOrd="0" presId="urn:microsoft.com/office/officeart/2018/2/layout/IconLabelList"/>
    <dgm:cxn modelId="{2DCC5AF3-7B36-D541-A162-A552D9AA6C82}" type="presOf" srcId="{452279FB-F9A2-4C63-8036-159ED8100F27}" destId="{00A15217-21BA-4FB2-974C-6774D08EF452}" srcOrd="0" destOrd="0" presId="urn:microsoft.com/office/officeart/2018/2/layout/IconLabelList"/>
    <dgm:cxn modelId="{B7ED5AD0-F81A-D345-8B75-952CCA01A6D3}" type="presParOf" srcId="{00A15217-21BA-4FB2-974C-6774D08EF452}" destId="{D3EB8E53-1FCC-4C49-AB6D-DBA136B7D30A}" srcOrd="0" destOrd="0" presId="urn:microsoft.com/office/officeart/2018/2/layout/IconLabelList"/>
    <dgm:cxn modelId="{9944C64C-09CD-7C43-8752-76BACD59B255}" type="presParOf" srcId="{D3EB8E53-1FCC-4C49-AB6D-DBA136B7D30A}" destId="{3C58206B-2659-4FCC-B2E3-457FA1F57794}" srcOrd="0" destOrd="0" presId="urn:microsoft.com/office/officeart/2018/2/layout/IconLabelList"/>
    <dgm:cxn modelId="{D1B29DB4-23EB-6548-B7C2-2C087AEA8664}" type="presParOf" srcId="{D3EB8E53-1FCC-4C49-AB6D-DBA136B7D30A}" destId="{9822E947-31B7-4F45-8501-C39027786175}" srcOrd="1" destOrd="0" presId="urn:microsoft.com/office/officeart/2018/2/layout/IconLabelList"/>
    <dgm:cxn modelId="{3D4872C9-C2DD-B942-9C9A-9E19F615B140}" type="presParOf" srcId="{D3EB8E53-1FCC-4C49-AB6D-DBA136B7D30A}" destId="{109EE232-3330-4E13-93B6-1DCEAEC485BC}" srcOrd="2" destOrd="0" presId="urn:microsoft.com/office/officeart/2018/2/layout/IconLabelList"/>
    <dgm:cxn modelId="{336AFB9F-A4C8-8342-A1C5-CF9311F60CB7}" type="presParOf" srcId="{00A15217-21BA-4FB2-974C-6774D08EF452}" destId="{4760ED48-758F-45FB-9D3F-85A6AB578467}" srcOrd="1" destOrd="0" presId="urn:microsoft.com/office/officeart/2018/2/layout/IconLabelList"/>
    <dgm:cxn modelId="{8DFB0041-103F-3A49-B1FD-422E0E541030}" type="presParOf" srcId="{00A15217-21BA-4FB2-974C-6774D08EF452}" destId="{CD346430-CD13-4940-9756-B042A677A4C2}" srcOrd="2" destOrd="0" presId="urn:microsoft.com/office/officeart/2018/2/layout/IconLabelList"/>
    <dgm:cxn modelId="{7CBBC48C-6728-714F-9F44-EEAE287042A3}" type="presParOf" srcId="{CD346430-CD13-4940-9756-B042A677A4C2}" destId="{75791870-2289-4B0C-B400-7D9A7ECFBCAE}" srcOrd="0" destOrd="0" presId="urn:microsoft.com/office/officeart/2018/2/layout/IconLabelList"/>
    <dgm:cxn modelId="{0D466593-7629-EF4A-A31E-BB627D85E2F6}" type="presParOf" srcId="{CD346430-CD13-4940-9756-B042A677A4C2}" destId="{70D14D6D-B84E-43BB-B85F-DEB89E0CC2EE}" srcOrd="1" destOrd="0" presId="urn:microsoft.com/office/officeart/2018/2/layout/IconLabelList"/>
    <dgm:cxn modelId="{3EF11AFD-FB54-9E4E-AE29-7E20CD2BA155}" type="presParOf" srcId="{CD346430-CD13-4940-9756-B042A677A4C2}" destId="{577DE939-9596-4EC8-88B5-458703019989}" srcOrd="2" destOrd="0" presId="urn:microsoft.com/office/officeart/2018/2/layout/IconLabelList"/>
    <dgm:cxn modelId="{A9398483-D69E-9340-A694-B4535C11B161}" type="presParOf" srcId="{00A15217-21BA-4FB2-974C-6774D08EF452}" destId="{36133790-FA38-4749-9E13-7614B4591322}" srcOrd="3" destOrd="0" presId="urn:microsoft.com/office/officeart/2018/2/layout/IconLabelList"/>
    <dgm:cxn modelId="{C9C1AB48-DD3D-4C4B-ACCD-528F96D93DF4}" type="presParOf" srcId="{00A15217-21BA-4FB2-974C-6774D08EF452}" destId="{6C84245E-C3C5-4116-8F6A-8131BB4D5834}" srcOrd="4" destOrd="0" presId="urn:microsoft.com/office/officeart/2018/2/layout/IconLabelList"/>
    <dgm:cxn modelId="{9E6D0041-E58A-A94A-9AE9-844ADFEAFBBB}" type="presParOf" srcId="{6C84245E-C3C5-4116-8F6A-8131BB4D5834}" destId="{7F9BAFA7-A49C-4FE5-A0FF-856267DA0995}" srcOrd="0" destOrd="0" presId="urn:microsoft.com/office/officeart/2018/2/layout/IconLabelList"/>
    <dgm:cxn modelId="{ACC7395E-91A3-0445-9AA1-094BC7850A36}" type="presParOf" srcId="{6C84245E-C3C5-4116-8F6A-8131BB4D5834}" destId="{AA3C9A23-6FF2-40C6-B221-0273CD7982DE}" srcOrd="1" destOrd="0" presId="urn:microsoft.com/office/officeart/2018/2/layout/IconLabelList"/>
    <dgm:cxn modelId="{51CD4274-679C-854A-A944-738A5C57AB36}" type="presParOf" srcId="{6C84245E-C3C5-4116-8F6A-8131BB4D5834}" destId="{7952E1BD-B452-4113-9727-7FCF81661EB2}" srcOrd="2" destOrd="0" presId="urn:microsoft.com/office/officeart/2018/2/layout/IconLabelList"/>
    <dgm:cxn modelId="{AA6E84DA-C65C-439E-909B-7EA53C63F344}" type="presParOf" srcId="{00A15217-21BA-4FB2-974C-6774D08EF452}" destId="{CA6364DB-FE69-48FA-A57F-309CD58A502C}" srcOrd="5" destOrd="0" presId="urn:microsoft.com/office/officeart/2018/2/layout/IconLabelList"/>
    <dgm:cxn modelId="{7F2BC5EC-0E67-4A3F-8212-D054925EC9ED}" type="presParOf" srcId="{00A15217-21BA-4FB2-974C-6774D08EF452}" destId="{F637253B-3A0D-40C9-A4A6-2C98C63537CF}" srcOrd="6" destOrd="0" presId="urn:microsoft.com/office/officeart/2018/2/layout/IconLabelList"/>
    <dgm:cxn modelId="{5B7B0061-9E21-444E-ABA8-AFB50548CFE6}" type="presParOf" srcId="{F637253B-3A0D-40C9-A4A6-2C98C63537CF}" destId="{35128AF3-CDF2-4596-A7D9-9B2CCF907B5B}" srcOrd="0" destOrd="0" presId="urn:microsoft.com/office/officeart/2018/2/layout/IconLabelList"/>
    <dgm:cxn modelId="{1A89E778-4EDC-423A-B429-FAF8B2C3A43C}" type="presParOf" srcId="{F637253B-3A0D-40C9-A4A6-2C98C63537CF}" destId="{32AA8948-0328-4EAE-8EEE-44F47588D64F}" srcOrd="1" destOrd="0" presId="urn:microsoft.com/office/officeart/2018/2/layout/IconLabelList"/>
    <dgm:cxn modelId="{7A83A5DA-612E-47F5-B108-62F667CFA148}" type="presParOf" srcId="{F637253B-3A0D-40C9-A4A6-2C98C63537CF}" destId="{3C84B468-E453-4A51-9830-AE3EAF62C5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1CDBCD-3E58-4977-8FFA-C7862D20097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40C1F-F17C-4F94-B224-85FCF9DB6540}">
      <dgm:prSet phldrT="[Text]"/>
      <dgm:spPr/>
      <dgm:t>
        <a:bodyPr/>
        <a:lstStyle/>
        <a:p>
          <a:pPr>
            <a:buNone/>
          </a:pPr>
          <a:r>
            <a:rPr lang="en-US"/>
            <a:t>AI can write production-ready code</a:t>
          </a:r>
          <a:endParaRPr lang="en-US" dirty="0"/>
        </a:p>
      </dgm:t>
    </dgm:pt>
    <dgm:pt modelId="{C1F29D27-28B3-4C90-BE04-B097763369F2}" type="parTrans" cxnId="{40E62746-734F-4706-BE75-99EDF6F1BF6F}">
      <dgm:prSet/>
      <dgm:spPr/>
      <dgm:t>
        <a:bodyPr/>
        <a:lstStyle/>
        <a:p>
          <a:endParaRPr lang="en-US"/>
        </a:p>
      </dgm:t>
    </dgm:pt>
    <dgm:pt modelId="{E70EF4CB-8E1B-475B-BF99-14339D1F4C1D}" type="sibTrans" cxnId="{40E62746-734F-4706-BE75-99EDF6F1BF6F}">
      <dgm:prSet/>
      <dgm:spPr/>
      <dgm:t>
        <a:bodyPr/>
        <a:lstStyle/>
        <a:p>
          <a:endParaRPr lang="en-US"/>
        </a:p>
      </dgm:t>
    </dgm:pt>
    <dgm:pt modelId="{A0C8E723-47EC-423B-86E5-E5E9B46B3920}">
      <dgm:prSet/>
      <dgm:spPr/>
      <dgm:t>
        <a:bodyPr/>
        <a:lstStyle/>
        <a:p>
          <a:pPr>
            <a:buNone/>
          </a:pPr>
          <a:r>
            <a:rPr lang="en-US" dirty="0"/>
            <a:t>AI can generate test cases from Jira stories</a:t>
          </a:r>
        </a:p>
      </dgm:t>
    </dgm:pt>
    <dgm:pt modelId="{6FA071BA-E4B7-4984-B709-BAD19CBD931A}" type="parTrans" cxnId="{F684626A-F379-4401-BF26-CF77C6E8C567}">
      <dgm:prSet/>
      <dgm:spPr/>
      <dgm:t>
        <a:bodyPr/>
        <a:lstStyle/>
        <a:p>
          <a:endParaRPr lang="en-US"/>
        </a:p>
      </dgm:t>
    </dgm:pt>
    <dgm:pt modelId="{90919AA0-0FB4-4EEC-9472-6B1F3907C755}" type="sibTrans" cxnId="{F684626A-F379-4401-BF26-CF77C6E8C567}">
      <dgm:prSet/>
      <dgm:spPr/>
      <dgm:t>
        <a:bodyPr/>
        <a:lstStyle/>
        <a:p>
          <a:endParaRPr lang="en-US"/>
        </a:p>
      </dgm:t>
    </dgm:pt>
    <dgm:pt modelId="{40C4FE8F-6276-46E5-8F4E-8005F815D10E}">
      <dgm:prSet/>
      <dgm:spPr/>
      <dgm:t>
        <a:bodyPr/>
        <a:lstStyle/>
        <a:p>
          <a:pPr>
            <a:buNone/>
          </a:pPr>
          <a:r>
            <a:rPr lang="en-US"/>
            <a:t>AI can debug your stack trace</a:t>
          </a:r>
        </a:p>
      </dgm:t>
    </dgm:pt>
    <dgm:pt modelId="{0A41C86E-4EDE-4AEC-8B1D-B59AEBB761C7}" type="parTrans" cxnId="{D004A5E0-B29D-4BD5-BC67-C32056316CA0}">
      <dgm:prSet/>
      <dgm:spPr/>
      <dgm:t>
        <a:bodyPr/>
        <a:lstStyle/>
        <a:p>
          <a:endParaRPr lang="en-US"/>
        </a:p>
      </dgm:t>
    </dgm:pt>
    <dgm:pt modelId="{BC0A97BD-83E1-499D-A9D6-2A8618C18673}" type="sibTrans" cxnId="{D004A5E0-B29D-4BD5-BC67-C32056316CA0}">
      <dgm:prSet/>
      <dgm:spPr/>
      <dgm:t>
        <a:bodyPr/>
        <a:lstStyle/>
        <a:p>
          <a:endParaRPr lang="en-US"/>
        </a:p>
      </dgm:t>
    </dgm:pt>
    <dgm:pt modelId="{2CE98E6F-35A1-4756-9090-C16ED14AB097}">
      <dgm:prSet/>
      <dgm:spPr/>
      <dgm:t>
        <a:bodyPr/>
        <a:lstStyle/>
        <a:p>
          <a:pPr>
            <a:buNone/>
          </a:pPr>
          <a:r>
            <a:rPr lang="en-US"/>
            <a:t>AI can build entire workflows</a:t>
          </a:r>
        </a:p>
      </dgm:t>
    </dgm:pt>
    <dgm:pt modelId="{24E9F282-5D0E-4700-B660-DC5EE57E4112}" type="parTrans" cxnId="{973E601F-A8C2-4EBF-9FE1-49205956A322}">
      <dgm:prSet/>
      <dgm:spPr/>
      <dgm:t>
        <a:bodyPr/>
        <a:lstStyle/>
        <a:p>
          <a:endParaRPr lang="en-US"/>
        </a:p>
      </dgm:t>
    </dgm:pt>
    <dgm:pt modelId="{971F57A2-0214-45AE-A2F3-52FD1320E21A}" type="sibTrans" cxnId="{973E601F-A8C2-4EBF-9FE1-49205956A322}">
      <dgm:prSet/>
      <dgm:spPr/>
      <dgm:t>
        <a:bodyPr/>
        <a:lstStyle/>
        <a:p>
          <a:endParaRPr lang="en-US"/>
        </a:p>
      </dgm:t>
    </dgm:pt>
    <dgm:pt modelId="{F624F488-7387-4972-A20B-F6B7FC8CA66A}" type="pres">
      <dgm:prSet presAssocID="{301CDBCD-3E58-4977-8FFA-C7862D20097E}" presName="diagram" presStyleCnt="0">
        <dgm:presLayoutVars>
          <dgm:dir/>
          <dgm:resizeHandles val="exact"/>
        </dgm:presLayoutVars>
      </dgm:prSet>
      <dgm:spPr/>
    </dgm:pt>
    <dgm:pt modelId="{11D0F8EA-6381-4466-AEB3-4531A5FA324B}" type="pres">
      <dgm:prSet presAssocID="{DA040C1F-F17C-4F94-B224-85FCF9DB6540}" presName="node" presStyleLbl="node1" presStyleIdx="0" presStyleCnt="4">
        <dgm:presLayoutVars>
          <dgm:bulletEnabled val="1"/>
        </dgm:presLayoutVars>
      </dgm:prSet>
      <dgm:spPr/>
    </dgm:pt>
    <dgm:pt modelId="{D7370C3E-EF73-40B2-8107-9D426AF7270A}" type="pres">
      <dgm:prSet presAssocID="{E70EF4CB-8E1B-475B-BF99-14339D1F4C1D}" presName="sibTrans" presStyleCnt="0"/>
      <dgm:spPr/>
    </dgm:pt>
    <dgm:pt modelId="{14160D0E-3AF1-44F6-AEFF-22669F867B66}" type="pres">
      <dgm:prSet presAssocID="{A0C8E723-47EC-423B-86E5-E5E9B46B3920}" presName="node" presStyleLbl="node1" presStyleIdx="1" presStyleCnt="4">
        <dgm:presLayoutVars>
          <dgm:bulletEnabled val="1"/>
        </dgm:presLayoutVars>
      </dgm:prSet>
      <dgm:spPr/>
    </dgm:pt>
    <dgm:pt modelId="{9D69497A-AA7B-4AF2-A6F7-3B81998E2599}" type="pres">
      <dgm:prSet presAssocID="{90919AA0-0FB4-4EEC-9472-6B1F3907C755}" presName="sibTrans" presStyleCnt="0"/>
      <dgm:spPr/>
    </dgm:pt>
    <dgm:pt modelId="{32FEDBF9-14A7-48EE-BC28-9EFD5942EBBF}" type="pres">
      <dgm:prSet presAssocID="{40C4FE8F-6276-46E5-8F4E-8005F815D10E}" presName="node" presStyleLbl="node1" presStyleIdx="2" presStyleCnt="4">
        <dgm:presLayoutVars>
          <dgm:bulletEnabled val="1"/>
        </dgm:presLayoutVars>
      </dgm:prSet>
      <dgm:spPr/>
    </dgm:pt>
    <dgm:pt modelId="{19E2D056-C13F-4767-94DB-291118656D04}" type="pres">
      <dgm:prSet presAssocID="{BC0A97BD-83E1-499D-A9D6-2A8618C18673}" presName="sibTrans" presStyleCnt="0"/>
      <dgm:spPr/>
    </dgm:pt>
    <dgm:pt modelId="{7221949F-7D57-4E74-9F6D-80894DD90223}" type="pres">
      <dgm:prSet presAssocID="{2CE98E6F-35A1-4756-9090-C16ED14AB097}" presName="node" presStyleLbl="node1" presStyleIdx="3" presStyleCnt="4">
        <dgm:presLayoutVars>
          <dgm:bulletEnabled val="1"/>
        </dgm:presLayoutVars>
      </dgm:prSet>
      <dgm:spPr/>
    </dgm:pt>
  </dgm:ptLst>
  <dgm:cxnLst>
    <dgm:cxn modelId="{973E601F-A8C2-4EBF-9FE1-49205956A322}" srcId="{301CDBCD-3E58-4977-8FFA-C7862D20097E}" destId="{2CE98E6F-35A1-4756-9090-C16ED14AB097}" srcOrd="3" destOrd="0" parTransId="{24E9F282-5D0E-4700-B660-DC5EE57E4112}" sibTransId="{971F57A2-0214-45AE-A2F3-52FD1320E21A}"/>
    <dgm:cxn modelId="{40E62746-734F-4706-BE75-99EDF6F1BF6F}" srcId="{301CDBCD-3E58-4977-8FFA-C7862D20097E}" destId="{DA040C1F-F17C-4F94-B224-85FCF9DB6540}" srcOrd="0" destOrd="0" parTransId="{C1F29D27-28B3-4C90-BE04-B097763369F2}" sibTransId="{E70EF4CB-8E1B-475B-BF99-14339D1F4C1D}"/>
    <dgm:cxn modelId="{F684626A-F379-4401-BF26-CF77C6E8C567}" srcId="{301CDBCD-3E58-4977-8FFA-C7862D20097E}" destId="{A0C8E723-47EC-423B-86E5-E5E9B46B3920}" srcOrd="1" destOrd="0" parTransId="{6FA071BA-E4B7-4984-B709-BAD19CBD931A}" sibTransId="{90919AA0-0FB4-4EEC-9472-6B1F3907C755}"/>
    <dgm:cxn modelId="{99DB204D-D912-46EB-BAAF-145FA039EE80}" type="presOf" srcId="{2CE98E6F-35A1-4756-9090-C16ED14AB097}" destId="{7221949F-7D57-4E74-9F6D-80894DD90223}" srcOrd="0" destOrd="0" presId="urn:microsoft.com/office/officeart/2005/8/layout/default"/>
    <dgm:cxn modelId="{D2F91981-F1AC-4106-B767-00622656BCAF}" type="presOf" srcId="{301CDBCD-3E58-4977-8FFA-C7862D20097E}" destId="{F624F488-7387-4972-A20B-F6B7FC8CA66A}" srcOrd="0" destOrd="0" presId="urn:microsoft.com/office/officeart/2005/8/layout/default"/>
    <dgm:cxn modelId="{529FF6A3-EE1A-4012-9AB9-A87D3038FC12}" type="presOf" srcId="{40C4FE8F-6276-46E5-8F4E-8005F815D10E}" destId="{32FEDBF9-14A7-48EE-BC28-9EFD5942EBBF}" srcOrd="0" destOrd="0" presId="urn:microsoft.com/office/officeart/2005/8/layout/default"/>
    <dgm:cxn modelId="{B71963BE-F484-4598-85F2-6918A848C803}" type="presOf" srcId="{DA040C1F-F17C-4F94-B224-85FCF9DB6540}" destId="{11D0F8EA-6381-4466-AEB3-4531A5FA324B}" srcOrd="0" destOrd="0" presId="urn:microsoft.com/office/officeart/2005/8/layout/default"/>
    <dgm:cxn modelId="{D004A5E0-B29D-4BD5-BC67-C32056316CA0}" srcId="{301CDBCD-3E58-4977-8FFA-C7862D20097E}" destId="{40C4FE8F-6276-46E5-8F4E-8005F815D10E}" srcOrd="2" destOrd="0" parTransId="{0A41C86E-4EDE-4AEC-8B1D-B59AEBB761C7}" sibTransId="{BC0A97BD-83E1-499D-A9D6-2A8618C18673}"/>
    <dgm:cxn modelId="{9D1E4AE3-57DC-40A7-B845-7917FCA48724}" type="presOf" srcId="{A0C8E723-47EC-423B-86E5-E5E9B46B3920}" destId="{14160D0E-3AF1-44F6-AEFF-22669F867B66}" srcOrd="0" destOrd="0" presId="urn:microsoft.com/office/officeart/2005/8/layout/default"/>
    <dgm:cxn modelId="{68462BC5-CF71-4BF3-8FCB-3CF40E426409}" type="presParOf" srcId="{F624F488-7387-4972-A20B-F6B7FC8CA66A}" destId="{11D0F8EA-6381-4466-AEB3-4531A5FA324B}" srcOrd="0" destOrd="0" presId="urn:microsoft.com/office/officeart/2005/8/layout/default"/>
    <dgm:cxn modelId="{72577964-3C3D-4D96-B657-7A3D0583F069}" type="presParOf" srcId="{F624F488-7387-4972-A20B-F6B7FC8CA66A}" destId="{D7370C3E-EF73-40B2-8107-9D426AF7270A}" srcOrd="1" destOrd="0" presId="urn:microsoft.com/office/officeart/2005/8/layout/default"/>
    <dgm:cxn modelId="{6529C995-BC76-4836-B2CB-857DF3D842C6}" type="presParOf" srcId="{F624F488-7387-4972-A20B-F6B7FC8CA66A}" destId="{14160D0E-3AF1-44F6-AEFF-22669F867B66}" srcOrd="2" destOrd="0" presId="urn:microsoft.com/office/officeart/2005/8/layout/default"/>
    <dgm:cxn modelId="{D9F30671-E0BD-4908-A0A4-D73F35A1C09F}" type="presParOf" srcId="{F624F488-7387-4972-A20B-F6B7FC8CA66A}" destId="{9D69497A-AA7B-4AF2-A6F7-3B81998E2599}" srcOrd="3" destOrd="0" presId="urn:microsoft.com/office/officeart/2005/8/layout/default"/>
    <dgm:cxn modelId="{F5F99923-498E-45EB-8AC9-3151D4074C65}" type="presParOf" srcId="{F624F488-7387-4972-A20B-F6B7FC8CA66A}" destId="{32FEDBF9-14A7-48EE-BC28-9EFD5942EBBF}" srcOrd="4" destOrd="0" presId="urn:microsoft.com/office/officeart/2005/8/layout/default"/>
    <dgm:cxn modelId="{3A4B8A52-96BB-4E01-8CDA-E73C1CB49C2B}" type="presParOf" srcId="{F624F488-7387-4972-A20B-F6B7FC8CA66A}" destId="{19E2D056-C13F-4767-94DB-291118656D04}" srcOrd="5" destOrd="0" presId="urn:microsoft.com/office/officeart/2005/8/layout/default"/>
    <dgm:cxn modelId="{7E8A9D9D-EF96-4650-94D4-9C64981D86B2}" type="presParOf" srcId="{F624F488-7387-4972-A20B-F6B7FC8CA66A}" destId="{7221949F-7D57-4E74-9F6D-80894DD9022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1CDBCD-3E58-4977-8FFA-C7862D20097E}" type="doc">
      <dgm:prSet loTypeId="urn:microsoft.com/office/officeart/2009/3/layout/Pi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40C1F-F17C-4F94-B224-85FCF9DB6540}">
      <dgm:prSet phldrT="[Text]"/>
      <dgm:spPr/>
      <dgm:t>
        <a:bodyPr/>
        <a:lstStyle/>
        <a:p>
          <a:r>
            <a:rPr lang="en-US"/>
            <a:t>This is system design with intelligence inside it.</a:t>
          </a:r>
          <a:endParaRPr lang="en-US" dirty="0"/>
        </a:p>
      </dgm:t>
    </dgm:pt>
    <dgm:pt modelId="{C1F29D27-28B3-4C90-BE04-B097763369F2}" type="parTrans" cxnId="{40E62746-734F-4706-BE75-99EDF6F1BF6F}">
      <dgm:prSet/>
      <dgm:spPr/>
      <dgm:t>
        <a:bodyPr/>
        <a:lstStyle/>
        <a:p>
          <a:endParaRPr lang="en-US"/>
        </a:p>
      </dgm:t>
    </dgm:pt>
    <dgm:pt modelId="{E70EF4CB-8E1B-475B-BF99-14339D1F4C1D}" type="sibTrans" cxnId="{40E62746-734F-4706-BE75-99EDF6F1BF6F}">
      <dgm:prSet/>
      <dgm:spPr/>
      <dgm:t>
        <a:bodyPr/>
        <a:lstStyle/>
        <a:p>
          <a:endParaRPr lang="en-US"/>
        </a:p>
      </dgm:t>
    </dgm:pt>
    <dgm:pt modelId="{25081264-E7DC-4DDB-8318-9B9E41C1D89E}">
      <dgm:prSet phldrT="[Text]"/>
      <dgm:spPr/>
      <dgm:t>
        <a:bodyPr/>
        <a:lstStyle/>
        <a:p>
          <a:r>
            <a:rPr lang="en-US" dirty="0"/>
            <a:t>Tools like Claude are introducing workflow-based agents.</a:t>
          </a:r>
        </a:p>
      </dgm:t>
    </dgm:pt>
    <dgm:pt modelId="{0E3215A1-5EDA-4F57-BA95-F44BE88287D4}" type="parTrans" cxnId="{8354FE0F-F393-451E-A0DE-EF7065918430}">
      <dgm:prSet/>
      <dgm:spPr/>
      <dgm:t>
        <a:bodyPr/>
        <a:lstStyle/>
        <a:p>
          <a:endParaRPr lang="en-US"/>
        </a:p>
      </dgm:t>
    </dgm:pt>
    <dgm:pt modelId="{5A1ADBF2-043D-4330-8521-E77537547A86}" type="sibTrans" cxnId="{8354FE0F-F393-451E-A0DE-EF7065918430}">
      <dgm:prSet/>
      <dgm:spPr/>
      <dgm:t>
        <a:bodyPr/>
        <a:lstStyle/>
        <a:p>
          <a:endParaRPr lang="en-US"/>
        </a:p>
      </dgm:t>
    </dgm:pt>
    <dgm:pt modelId="{3E5BB411-E77D-4721-AD21-B4C55CBF0683}">
      <dgm:prSet/>
      <dgm:spPr/>
      <dgm:t>
        <a:bodyPr/>
        <a:lstStyle/>
        <a:p>
          <a:r>
            <a:rPr lang="en-US" dirty="0"/>
            <a:t>Open-source communities are building “Open Claw” style stacks.</a:t>
          </a:r>
        </a:p>
      </dgm:t>
    </dgm:pt>
    <dgm:pt modelId="{8F62958E-2362-44A5-A8BD-531DE027FCBF}" type="parTrans" cxnId="{41F83079-1735-4247-ADFE-7FB37DB0790E}">
      <dgm:prSet/>
      <dgm:spPr/>
      <dgm:t>
        <a:bodyPr/>
        <a:lstStyle/>
        <a:p>
          <a:endParaRPr lang="en-US"/>
        </a:p>
      </dgm:t>
    </dgm:pt>
    <dgm:pt modelId="{CB0A2588-F721-414E-8356-DAB0F754571B}" type="sibTrans" cxnId="{41F83079-1735-4247-ADFE-7FB37DB0790E}">
      <dgm:prSet/>
      <dgm:spPr/>
      <dgm:t>
        <a:bodyPr/>
        <a:lstStyle/>
        <a:p>
          <a:endParaRPr lang="en-US"/>
        </a:p>
      </dgm:t>
    </dgm:pt>
    <dgm:pt modelId="{F4A728C6-42F5-47FB-8DF2-C511465291DB}">
      <dgm:prSet/>
      <dgm:spPr/>
      <dgm:t>
        <a:bodyPr/>
        <a:lstStyle/>
        <a:p>
          <a:r>
            <a:rPr lang="en-US"/>
            <a:t>Retrieval pipelines are evolving beyond just vector search.</a:t>
          </a:r>
        </a:p>
      </dgm:t>
    </dgm:pt>
    <dgm:pt modelId="{EAD34FE1-D180-4319-A717-5742B0321FFE}" type="parTrans" cxnId="{8756CF31-4017-4F89-93E7-91B77197B901}">
      <dgm:prSet/>
      <dgm:spPr/>
      <dgm:t>
        <a:bodyPr/>
        <a:lstStyle/>
        <a:p>
          <a:endParaRPr lang="en-US"/>
        </a:p>
      </dgm:t>
    </dgm:pt>
    <dgm:pt modelId="{E784F467-B028-450A-B4FA-A0892B4BBEA8}" type="sibTrans" cxnId="{8756CF31-4017-4F89-93E7-91B77197B901}">
      <dgm:prSet/>
      <dgm:spPr/>
      <dgm:t>
        <a:bodyPr/>
        <a:lstStyle/>
        <a:p>
          <a:endParaRPr lang="en-US"/>
        </a:p>
      </dgm:t>
    </dgm:pt>
    <dgm:pt modelId="{9FC8A5EF-E174-4263-86A7-76DFDF58CC3A}">
      <dgm:prSet/>
      <dgm:spPr/>
      <dgm:t>
        <a:bodyPr/>
        <a:lstStyle/>
        <a:p>
          <a:r>
            <a:rPr lang="en-US"/>
            <a:t>Agents are being given memory, feedback loops, autonomy.</a:t>
          </a:r>
        </a:p>
      </dgm:t>
    </dgm:pt>
    <dgm:pt modelId="{8540D0C7-5439-4562-A3C5-EE9DEF70AEFB}" type="parTrans" cxnId="{A3DD4C3C-D850-4391-8A14-BAAC44BB2449}">
      <dgm:prSet/>
      <dgm:spPr/>
      <dgm:t>
        <a:bodyPr/>
        <a:lstStyle/>
        <a:p>
          <a:endParaRPr lang="en-US"/>
        </a:p>
      </dgm:t>
    </dgm:pt>
    <dgm:pt modelId="{D4A28A14-45BD-45E7-B683-2B44620BBBA4}" type="sibTrans" cxnId="{A3DD4C3C-D850-4391-8A14-BAAC44BB2449}">
      <dgm:prSet/>
      <dgm:spPr/>
      <dgm:t>
        <a:bodyPr/>
        <a:lstStyle/>
        <a:p>
          <a:endParaRPr lang="en-US"/>
        </a:p>
      </dgm:t>
    </dgm:pt>
    <dgm:pt modelId="{AECA31FD-9ECC-44A4-80DC-166FF520983E}" type="pres">
      <dgm:prSet presAssocID="{301CDBCD-3E58-4977-8FFA-C7862D20097E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E404F4D8-EF2A-471C-A7BC-1A571C156F6E}" type="pres">
      <dgm:prSet presAssocID="{DA040C1F-F17C-4F94-B224-85FCF9DB6540}" presName="ParentComposite" presStyleCnt="0"/>
      <dgm:spPr/>
    </dgm:pt>
    <dgm:pt modelId="{0E727AE7-1C99-48F8-A854-F3F00F272B02}" type="pres">
      <dgm:prSet presAssocID="{DA040C1F-F17C-4F94-B224-85FCF9DB6540}" presName="Chord" presStyleLbl="bgShp" presStyleIdx="0" presStyleCnt="5"/>
      <dgm:spPr/>
    </dgm:pt>
    <dgm:pt modelId="{846EAB0A-A89C-4B85-82F6-DAA6F2F8F180}" type="pres">
      <dgm:prSet presAssocID="{DA040C1F-F17C-4F94-B224-85FCF9DB6540}" presName="Pie" presStyleLbl="alignNode1" presStyleIdx="0" presStyleCnt="5"/>
      <dgm:spPr/>
    </dgm:pt>
    <dgm:pt modelId="{6249A037-5C76-4EB8-88C2-D431F6355BB3}" type="pres">
      <dgm:prSet presAssocID="{DA040C1F-F17C-4F94-B224-85FCF9DB6540}" presName="Parent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8B3CAAE4-D1A4-4357-9F78-0CD90489AAF3}" type="pres">
      <dgm:prSet presAssocID="{25081264-E7DC-4DDB-8318-9B9E41C1D89E}" presName="ParentComposite" presStyleCnt="0"/>
      <dgm:spPr/>
    </dgm:pt>
    <dgm:pt modelId="{CBFEAF1F-8DE5-493E-BE26-D8079863B524}" type="pres">
      <dgm:prSet presAssocID="{25081264-E7DC-4DDB-8318-9B9E41C1D89E}" presName="Chord" presStyleLbl="bgShp" presStyleIdx="1" presStyleCnt="5"/>
      <dgm:spPr/>
    </dgm:pt>
    <dgm:pt modelId="{C74273AF-35FC-4B02-9290-1185A4B2DD2D}" type="pres">
      <dgm:prSet presAssocID="{25081264-E7DC-4DDB-8318-9B9E41C1D89E}" presName="Pie" presStyleLbl="alignNode1" presStyleIdx="1" presStyleCnt="5"/>
      <dgm:spPr/>
    </dgm:pt>
    <dgm:pt modelId="{92D7ADE1-7042-49C1-B507-4374F8755579}" type="pres">
      <dgm:prSet presAssocID="{25081264-E7DC-4DDB-8318-9B9E41C1D89E}" presName="Parent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EA90C6C1-DCC1-462C-8978-BA2B91E42500}" type="pres">
      <dgm:prSet presAssocID="{3E5BB411-E77D-4721-AD21-B4C55CBF0683}" presName="ParentComposite" presStyleCnt="0"/>
      <dgm:spPr/>
    </dgm:pt>
    <dgm:pt modelId="{AA5CCBED-2001-4D40-9A50-B7C340EA7D39}" type="pres">
      <dgm:prSet presAssocID="{3E5BB411-E77D-4721-AD21-B4C55CBF0683}" presName="Chord" presStyleLbl="bgShp" presStyleIdx="2" presStyleCnt="5"/>
      <dgm:spPr/>
    </dgm:pt>
    <dgm:pt modelId="{B0F66E4D-F467-4BCB-9D62-7543BFF8ABB9}" type="pres">
      <dgm:prSet presAssocID="{3E5BB411-E77D-4721-AD21-B4C55CBF0683}" presName="Pie" presStyleLbl="alignNode1" presStyleIdx="2" presStyleCnt="5"/>
      <dgm:spPr/>
    </dgm:pt>
    <dgm:pt modelId="{69CA4AFB-EC4A-484A-889D-6C8E382966D2}" type="pres">
      <dgm:prSet presAssocID="{3E5BB411-E77D-4721-AD21-B4C55CBF0683}" presName="Parent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AC97A8FA-18E6-4D46-A6ED-F8EB6F21CF05}" type="pres">
      <dgm:prSet presAssocID="{F4A728C6-42F5-47FB-8DF2-C511465291DB}" presName="ParentComposite" presStyleCnt="0"/>
      <dgm:spPr/>
    </dgm:pt>
    <dgm:pt modelId="{8D904D4C-F1F0-452E-BEC4-A8B71E97192A}" type="pres">
      <dgm:prSet presAssocID="{F4A728C6-42F5-47FB-8DF2-C511465291DB}" presName="Chord" presStyleLbl="bgShp" presStyleIdx="3" presStyleCnt="5"/>
      <dgm:spPr/>
    </dgm:pt>
    <dgm:pt modelId="{EEC965B2-87A1-4A9A-BEC9-B75F7D9F442E}" type="pres">
      <dgm:prSet presAssocID="{F4A728C6-42F5-47FB-8DF2-C511465291DB}" presName="Pie" presStyleLbl="alignNode1" presStyleIdx="3" presStyleCnt="5"/>
      <dgm:spPr/>
    </dgm:pt>
    <dgm:pt modelId="{8BCB1329-E1C7-4B93-86F3-CF44B03E4802}" type="pres">
      <dgm:prSet presAssocID="{F4A728C6-42F5-47FB-8DF2-C511465291DB}" presName="Parent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983A5494-4065-45AC-8D96-9B67C6A2969A}" type="pres">
      <dgm:prSet presAssocID="{9FC8A5EF-E174-4263-86A7-76DFDF58CC3A}" presName="ParentComposite" presStyleCnt="0"/>
      <dgm:spPr/>
    </dgm:pt>
    <dgm:pt modelId="{DB505B9E-AAD6-4F14-B613-B61477575D9A}" type="pres">
      <dgm:prSet presAssocID="{9FC8A5EF-E174-4263-86A7-76DFDF58CC3A}" presName="Chord" presStyleLbl="bgShp" presStyleIdx="4" presStyleCnt="5"/>
      <dgm:spPr/>
    </dgm:pt>
    <dgm:pt modelId="{30214A46-B9A3-4B71-BF74-3A39BE848A49}" type="pres">
      <dgm:prSet presAssocID="{9FC8A5EF-E174-4263-86A7-76DFDF58CC3A}" presName="Pie" presStyleLbl="alignNode1" presStyleIdx="4" presStyleCnt="5"/>
      <dgm:spPr/>
    </dgm:pt>
    <dgm:pt modelId="{D34D3054-6E16-4F6F-8110-4DFCE95A9E8E}" type="pres">
      <dgm:prSet presAssocID="{9FC8A5EF-E174-4263-86A7-76DFDF58CC3A}" presName="Parent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8354FE0F-F393-451E-A0DE-EF7065918430}" srcId="{301CDBCD-3E58-4977-8FFA-C7862D20097E}" destId="{25081264-E7DC-4DDB-8318-9B9E41C1D89E}" srcOrd="1" destOrd="0" parTransId="{0E3215A1-5EDA-4F57-BA95-F44BE88287D4}" sibTransId="{5A1ADBF2-043D-4330-8521-E77537547A86}"/>
    <dgm:cxn modelId="{B358E525-F787-4B13-A68A-2C651DB4F276}" type="presOf" srcId="{9FC8A5EF-E174-4263-86A7-76DFDF58CC3A}" destId="{D34D3054-6E16-4F6F-8110-4DFCE95A9E8E}" srcOrd="0" destOrd="0" presId="urn:microsoft.com/office/officeart/2009/3/layout/PieProcess"/>
    <dgm:cxn modelId="{8756CF31-4017-4F89-93E7-91B77197B901}" srcId="{301CDBCD-3E58-4977-8FFA-C7862D20097E}" destId="{F4A728C6-42F5-47FB-8DF2-C511465291DB}" srcOrd="3" destOrd="0" parTransId="{EAD34FE1-D180-4319-A717-5742B0321FFE}" sibTransId="{E784F467-B028-450A-B4FA-A0892B4BBEA8}"/>
    <dgm:cxn modelId="{41C1743A-79EE-48AD-90B2-FCDBAA05D971}" type="presOf" srcId="{DA040C1F-F17C-4F94-B224-85FCF9DB6540}" destId="{6249A037-5C76-4EB8-88C2-D431F6355BB3}" srcOrd="0" destOrd="0" presId="urn:microsoft.com/office/officeart/2009/3/layout/PieProcess"/>
    <dgm:cxn modelId="{A3DD4C3C-D850-4391-8A14-BAAC44BB2449}" srcId="{301CDBCD-3E58-4977-8FFA-C7862D20097E}" destId="{9FC8A5EF-E174-4263-86A7-76DFDF58CC3A}" srcOrd="4" destOrd="0" parTransId="{8540D0C7-5439-4562-A3C5-EE9DEF70AEFB}" sibTransId="{D4A28A14-45BD-45E7-B683-2B44620BBBA4}"/>
    <dgm:cxn modelId="{40E62746-734F-4706-BE75-99EDF6F1BF6F}" srcId="{301CDBCD-3E58-4977-8FFA-C7862D20097E}" destId="{DA040C1F-F17C-4F94-B224-85FCF9DB6540}" srcOrd="0" destOrd="0" parTransId="{C1F29D27-28B3-4C90-BE04-B097763369F2}" sibTransId="{E70EF4CB-8E1B-475B-BF99-14339D1F4C1D}"/>
    <dgm:cxn modelId="{6A84A169-1CE9-4D29-AE26-3561E84453EB}" type="presOf" srcId="{25081264-E7DC-4DDB-8318-9B9E41C1D89E}" destId="{92D7ADE1-7042-49C1-B507-4374F8755579}" srcOrd="0" destOrd="0" presId="urn:microsoft.com/office/officeart/2009/3/layout/PieProcess"/>
    <dgm:cxn modelId="{A0CBBD6C-2B7A-49E7-93CC-E011B88A4EA9}" type="presOf" srcId="{3E5BB411-E77D-4721-AD21-B4C55CBF0683}" destId="{69CA4AFB-EC4A-484A-889D-6C8E382966D2}" srcOrd="0" destOrd="0" presId="urn:microsoft.com/office/officeart/2009/3/layout/PieProcess"/>
    <dgm:cxn modelId="{41F83079-1735-4247-ADFE-7FB37DB0790E}" srcId="{301CDBCD-3E58-4977-8FFA-C7862D20097E}" destId="{3E5BB411-E77D-4721-AD21-B4C55CBF0683}" srcOrd="2" destOrd="0" parTransId="{8F62958E-2362-44A5-A8BD-531DE027FCBF}" sibTransId="{CB0A2588-F721-414E-8356-DAB0F754571B}"/>
    <dgm:cxn modelId="{B3975EA2-6C64-4A7B-A442-493FDEA72D3D}" type="presOf" srcId="{301CDBCD-3E58-4977-8FFA-C7862D20097E}" destId="{AECA31FD-9ECC-44A4-80DC-166FF520983E}" srcOrd="0" destOrd="0" presId="urn:microsoft.com/office/officeart/2009/3/layout/PieProcess"/>
    <dgm:cxn modelId="{E6E94AFA-9D64-491F-B821-36D731E5CC9A}" type="presOf" srcId="{F4A728C6-42F5-47FB-8DF2-C511465291DB}" destId="{8BCB1329-E1C7-4B93-86F3-CF44B03E4802}" srcOrd="0" destOrd="0" presId="urn:microsoft.com/office/officeart/2009/3/layout/PieProcess"/>
    <dgm:cxn modelId="{0C9BB10B-4EAC-43F0-AC05-22106D46AD13}" type="presParOf" srcId="{AECA31FD-9ECC-44A4-80DC-166FF520983E}" destId="{E404F4D8-EF2A-471C-A7BC-1A571C156F6E}" srcOrd="0" destOrd="0" presId="urn:microsoft.com/office/officeart/2009/3/layout/PieProcess"/>
    <dgm:cxn modelId="{822D79EB-722B-41EC-993A-6F4F0BC5B54B}" type="presParOf" srcId="{E404F4D8-EF2A-471C-A7BC-1A571C156F6E}" destId="{0E727AE7-1C99-48F8-A854-F3F00F272B02}" srcOrd="0" destOrd="0" presId="urn:microsoft.com/office/officeart/2009/3/layout/PieProcess"/>
    <dgm:cxn modelId="{4C723933-726C-4C90-8419-15B3700CBF45}" type="presParOf" srcId="{E404F4D8-EF2A-471C-A7BC-1A571C156F6E}" destId="{846EAB0A-A89C-4B85-82F6-DAA6F2F8F180}" srcOrd="1" destOrd="0" presId="urn:microsoft.com/office/officeart/2009/3/layout/PieProcess"/>
    <dgm:cxn modelId="{9252707E-9DF6-4AF8-A840-51B31AD4A3B5}" type="presParOf" srcId="{E404F4D8-EF2A-471C-A7BC-1A571C156F6E}" destId="{6249A037-5C76-4EB8-88C2-D431F6355BB3}" srcOrd="2" destOrd="0" presId="urn:microsoft.com/office/officeart/2009/3/layout/PieProcess"/>
    <dgm:cxn modelId="{9F5FC52C-813E-4EDA-BE6D-2813BBCD9084}" type="presParOf" srcId="{AECA31FD-9ECC-44A4-80DC-166FF520983E}" destId="{8B3CAAE4-D1A4-4357-9F78-0CD90489AAF3}" srcOrd="1" destOrd="0" presId="urn:microsoft.com/office/officeart/2009/3/layout/PieProcess"/>
    <dgm:cxn modelId="{3AADC539-415B-45A1-8CBE-D360CED70E15}" type="presParOf" srcId="{8B3CAAE4-D1A4-4357-9F78-0CD90489AAF3}" destId="{CBFEAF1F-8DE5-493E-BE26-D8079863B524}" srcOrd="0" destOrd="0" presId="urn:microsoft.com/office/officeart/2009/3/layout/PieProcess"/>
    <dgm:cxn modelId="{C57DC2E3-1CAB-4A90-8E96-6267FB7D35C3}" type="presParOf" srcId="{8B3CAAE4-D1A4-4357-9F78-0CD90489AAF3}" destId="{C74273AF-35FC-4B02-9290-1185A4B2DD2D}" srcOrd="1" destOrd="0" presId="urn:microsoft.com/office/officeart/2009/3/layout/PieProcess"/>
    <dgm:cxn modelId="{86A6EC20-8E73-4B97-AE0D-7CD25239DBD0}" type="presParOf" srcId="{8B3CAAE4-D1A4-4357-9F78-0CD90489AAF3}" destId="{92D7ADE1-7042-49C1-B507-4374F8755579}" srcOrd="2" destOrd="0" presId="urn:microsoft.com/office/officeart/2009/3/layout/PieProcess"/>
    <dgm:cxn modelId="{F103D026-3B8F-4D40-8ABF-7ABA36C27C0F}" type="presParOf" srcId="{AECA31FD-9ECC-44A4-80DC-166FF520983E}" destId="{EA90C6C1-DCC1-462C-8978-BA2B91E42500}" srcOrd="2" destOrd="0" presId="urn:microsoft.com/office/officeart/2009/3/layout/PieProcess"/>
    <dgm:cxn modelId="{C5A0301C-F261-4C59-B218-B8C5B7D43507}" type="presParOf" srcId="{EA90C6C1-DCC1-462C-8978-BA2B91E42500}" destId="{AA5CCBED-2001-4D40-9A50-B7C340EA7D39}" srcOrd="0" destOrd="0" presId="urn:microsoft.com/office/officeart/2009/3/layout/PieProcess"/>
    <dgm:cxn modelId="{3929BA2B-9E64-45F6-97F1-123F76D0163F}" type="presParOf" srcId="{EA90C6C1-DCC1-462C-8978-BA2B91E42500}" destId="{B0F66E4D-F467-4BCB-9D62-7543BFF8ABB9}" srcOrd="1" destOrd="0" presId="urn:microsoft.com/office/officeart/2009/3/layout/PieProcess"/>
    <dgm:cxn modelId="{0D55F5DE-A717-4C6B-B5D7-0A949A7DED78}" type="presParOf" srcId="{EA90C6C1-DCC1-462C-8978-BA2B91E42500}" destId="{69CA4AFB-EC4A-484A-889D-6C8E382966D2}" srcOrd="2" destOrd="0" presId="urn:microsoft.com/office/officeart/2009/3/layout/PieProcess"/>
    <dgm:cxn modelId="{BBE8656F-A61C-4DF5-9675-E64CEE52C85D}" type="presParOf" srcId="{AECA31FD-9ECC-44A4-80DC-166FF520983E}" destId="{AC97A8FA-18E6-4D46-A6ED-F8EB6F21CF05}" srcOrd="3" destOrd="0" presId="urn:microsoft.com/office/officeart/2009/3/layout/PieProcess"/>
    <dgm:cxn modelId="{08B5B2BE-6EF3-4165-8BD9-293C72F1AC14}" type="presParOf" srcId="{AC97A8FA-18E6-4D46-A6ED-F8EB6F21CF05}" destId="{8D904D4C-F1F0-452E-BEC4-A8B71E97192A}" srcOrd="0" destOrd="0" presId="urn:microsoft.com/office/officeart/2009/3/layout/PieProcess"/>
    <dgm:cxn modelId="{A0856526-D449-4AFB-9A5E-3B684832ED40}" type="presParOf" srcId="{AC97A8FA-18E6-4D46-A6ED-F8EB6F21CF05}" destId="{EEC965B2-87A1-4A9A-BEC9-B75F7D9F442E}" srcOrd="1" destOrd="0" presId="urn:microsoft.com/office/officeart/2009/3/layout/PieProcess"/>
    <dgm:cxn modelId="{08DEE822-0200-42E0-A689-D033FAECEDAE}" type="presParOf" srcId="{AC97A8FA-18E6-4D46-A6ED-F8EB6F21CF05}" destId="{8BCB1329-E1C7-4B93-86F3-CF44B03E4802}" srcOrd="2" destOrd="0" presId="urn:microsoft.com/office/officeart/2009/3/layout/PieProcess"/>
    <dgm:cxn modelId="{BEFA871B-9027-4768-8DA2-4F4AC6B7FF2F}" type="presParOf" srcId="{AECA31FD-9ECC-44A4-80DC-166FF520983E}" destId="{983A5494-4065-45AC-8D96-9B67C6A2969A}" srcOrd="4" destOrd="0" presId="urn:microsoft.com/office/officeart/2009/3/layout/PieProcess"/>
    <dgm:cxn modelId="{8C3D22D4-402B-4F88-8C94-28C175416C22}" type="presParOf" srcId="{983A5494-4065-45AC-8D96-9B67C6A2969A}" destId="{DB505B9E-AAD6-4F14-B613-B61477575D9A}" srcOrd="0" destOrd="0" presId="urn:microsoft.com/office/officeart/2009/3/layout/PieProcess"/>
    <dgm:cxn modelId="{D48194BF-B9A1-4E30-A65C-F69E7B24405B}" type="presParOf" srcId="{983A5494-4065-45AC-8D96-9B67C6A2969A}" destId="{30214A46-B9A3-4B71-BF74-3A39BE848A49}" srcOrd="1" destOrd="0" presId="urn:microsoft.com/office/officeart/2009/3/layout/PieProcess"/>
    <dgm:cxn modelId="{AF77B5A9-4AA0-4331-AE67-36CA1205693D}" type="presParOf" srcId="{983A5494-4065-45AC-8D96-9B67C6A2969A}" destId="{D34D3054-6E16-4F6F-8110-4DFCE95A9E8E}" srcOrd="2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03481E-4471-47BC-BCF7-565941B0B50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89B859-11E5-4FE8-8F03-4544705B24C7}">
      <dgm:prSet phldrT="[Text]"/>
      <dgm:spPr/>
      <dgm:t>
        <a:bodyPr/>
        <a:lstStyle/>
        <a:p>
          <a:pPr algn="l">
            <a:buNone/>
          </a:pPr>
          <a:r>
            <a:rPr lang="en-IN" b="0" i="0" dirty="0"/>
            <a:t>GitHub Spec Kit Approach</a:t>
          </a:r>
          <a:endParaRPr lang="en-US" dirty="0"/>
        </a:p>
      </dgm:t>
    </dgm:pt>
    <dgm:pt modelId="{175CF3E1-C312-42F4-973E-E920375F60A3}" type="parTrans" cxnId="{C64083B5-B2FC-4472-A023-E065CE8B0D2F}">
      <dgm:prSet/>
      <dgm:spPr/>
      <dgm:t>
        <a:bodyPr/>
        <a:lstStyle/>
        <a:p>
          <a:endParaRPr lang="en-US"/>
        </a:p>
      </dgm:t>
    </dgm:pt>
    <dgm:pt modelId="{0A0542D5-D6F6-4FCE-A4D7-578EAF0C374E}" type="sibTrans" cxnId="{C64083B5-B2FC-4472-A023-E065CE8B0D2F}">
      <dgm:prSet/>
      <dgm:spPr/>
      <dgm:t>
        <a:bodyPr/>
        <a:lstStyle/>
        <a:p>
          <a:endParaRPr lang="en-US"/>
        </a:p>
      </dgm:t>
    </dgm:pt>
    <dgm:pt modelId="{96620FA1-00F8-40A5-B077-44782B10D9EE}">
      <dgm:prSet/>
      <dgm:spPr/>
      <dgm:t>
        <a:bodyPr/>
        <a:lstStyle/>
        <a:p>
          <a:pPr algn="l">
            <a:buNone/>
          </a:pPr>
          <a:r>
            <a:rPr lang="en-IN" b="0" i="0" dirty="0"/>
            <a:t>Spec Kit Approach</a:t>
          </a:r>
          <a:r>
            <a:rPr lang="en-US" b="0" i="0" dirty="0"/>
            <a:t>: Stop guessing and start specifying</a:t>
          </a:r>
          <a:endParaRPr lang="en-US" dirty="0"/>
        </a:p>
      </dgm:t>
    </dgm:pt>
    <dgm:pt modelId="{EDFD839E-D876-47F4-B1ED-2EC34AA82100}" type="parTrans" cxnId="{4CE7F6EF-35ED-451A-8918-523063E5105C}">
      <dgm:prSet/>
      <dgm:spPr/>
      <dgm:t>
        <a:bodyPr/>
        <a:lstStyle/>
        <a:p>
          <a:endParaRPr lang="en-US"/>
        </a:p>
      </dgm:t>
    </dgm:pt>
    <dgm:pt modelId="{C13BC878-4CD8-4E53-B4CF-92F057A9A77B}" type="sibTrans" cxnId="{4CE7F6EF-35ED-451A-8918-523063E5105C}">
      <dgm:prSet/>
      <dgm:spPr/>
      <dgm:t>
        <a:bodyPr/>
        <a:lstStyle/>
        <a:p>
          <a:endParaRPr lang="en-US"/>
        </a:p>
      </dgm:t>
    </dgm:pt>
    <dgm:pt modelId="{562781A3-8651-47F4-88E2-7AC06853D803}">
      <dgm:prSet/>
      <dgm:spPr/>
      <dgm:t>
        <a:bodyPr/>
        <a:lstStyle/>
        <a:p>
          <a:pPr algn="l">
            <a:buNone/>
          </a:pPr>
          <a:r>
            <a:rPr lang="en-US" b="0" i="0" dirty="0"/>
            <a:t>Transforming Text Prompts into Audio</a:t>
          </a:r>
          <a:endParaRPr lang="en-US" dirty="0"/>
        </a:p>
      </dgm:t>
    </dgm:pt>
    <dgm:pt modelId="{9EF3310E-784A-401B-A096-E56D10BAE3ED}" type="parTrans" cxnId="{9FD21608-8677-48D3-B71E-C5EDAAD8045D}">
      <dgm:prSet/>
      <dgm:spPr/>
      <dgm:t>
        <a:bodyPr/>
        <a:lstStyle/>
        <a:p>
          <a:endParaRPr lang="en-US"/>
        </a:p>
      </dgm:t>
    </dgm:pt>
    <dgm:pt modelId="{0D6A8D1B-8D10-42A9-9FF5-53F49B17D81A}" type="sibTrans" cxnId="{9FD21608-8677-48D3-B71E-C5EDAAD8045D}">
      <dgm:prSet/>
      <dgm:spPr/>
      <dgm:t>
        <a:bodyPr/>
        <a:lstStyle/>
        <a:p>
          <a:endParaRPr lang="en-US"/>
        </a:p>
      </dgm:t>
    </dgm:pt>
    <dgm:pt modelId="{D57B9B44-AE9B-46C8-8A76-B6CFC3077561}">
      <dgm:prSet/>
      <dgm:spPr/>
      <dgm:t>
        <a:bodyPr/>
        <a:lstStyle/>
        <a:p>
          <a:pPr>
            <a:buNone/>
          </a:pPr>
          <a:r>
            <a:rPr lang="en-IN" b="0" i="0"/>
            <a:t>Let's build Knowledge Graph</a:t>
          </a:r>
          <a:endParaRPr lang="en-US" dirty="0"/>
        </a:p>
      </dgm:t>
    </dgm:pt>
    <dgm:pt modelId="{AB61B702-F8A5-401C-9D3C-2F051F1528A2}" type="parTrans" cxnId="{5636265B-1253-4C3B-B9AE-440E1C824DED}">
      <dgm:prSet/>
      <dgm:spPr/>
      <dgm:t>
        <a:bodyPr/>
        <a:lstStyle/>
        <a:p>
          <a:endParaRPr lang="en-US"/>
        </a:p>
      </dgm:t>
    </dgm:pt>
    <dgm:pt modelId="{CBF31E7B-CACA-4B47-B7F2-BC3420B9DB02}" type="sibTrans" cxnId="{5636265B-1253-4C3B-B9AE-440E1C824DED}">
      <dgm:prSet/>
      <dgm:spPr/>
      <dgm:t>
        <a:bodyPr/>
        <a:lstStyle/>
        <a:p>
          <a:endParaRPr lang="en-US"/>
        </a:p>
      </dgm:t>
    </dgm:pt>
    <dgm:pt modelId="{0033220E-4CBF-4AAF-852A-4925298F6574}">
      <dgm:prSet/>
      <dgm:spPr/>
      <dgm:t>
        <a:bodyPr/>
        <a:lstStyle/>
        <a:p>
          <a:pPr algn="l">
            <a:buNone/>
          </a:pPr>
          <a:r>
            <a:rPr lang="en-IN" b="0" i="0" dirty="0"/>
            <a:t>AI Music Generation Architecture</a:t>
          </a:r>
          <a:endParaRPr lang="en-US" dirty="0"/>
        </a:p>
      </dgm:t>
    </dgm:pt>
    <dgm:pt modelId="{11B4F416-92F2-4C62-A2A6-39714EFC0CBB}" type="parTrans" cxnId="{646F7A2B-0628-488C-BF72-085BB21576DA}">
      <dgm:prSet/>
      <dgm:spPr/>
      <dgm:t>
        <a:bodyPr/>
        <a:lstStyle/>
        <a:p>
          <a:endParaRPr lang="en-US"/>
        </a:p>
      </dgm:t>
    </dgm:pt>
    <dgm:pt modelId="{75403702-F209-4D6F-A4F8-13092F0A10FC}" type="sibTrans" cxnId="{646F7A2B-0628-488C-BF72-085BB21576DA}">
      <dgm:prSet/>
      <dgm:spPr/>
      <dgm:t>
        <a:bodyPr/>
        <a:lstStyle/>
        <a:p>
          <a:endParaRPr lang="en-US"/>
        </a:p>
      </dgm:t>
    </dgm:pt>
    <dgm:pt modelId="{E0E0FE8D-D5F1-4009-AE16-1B403E432408}">
      <dgm:prSet/>
      <dgm:spPr/>
      <dgm:t>
        <a:bodyPr/>
        <a:lstStyle/>
        <a:p>
          <a:pPr algn="l">
            <a:buNone/>
          </a:pPr>
          <a:r>
            <a:rPr lang="en-IN" b="0" i="0" dirty="0"/>
            <a:t>Knowledge Graph</a:t>
          </a:r>
          <a:endParaRPr lang="en-US" b="1" dirty="0"/>
        </a:p>
      </dgm:t>
    </dgm:pt>
    <dgm:pt modelId="{BD03AB78-9B64-4E5A-A40F-03A60F6B0F15}" type="parTrans" cxnId="{C0AB656B-003B-493B-B432-AC007AAF0705}">
      <dgm:prSet/>
      <dgm:spPr/>
      <dgm:t>
        <a:bodyPr/>
        <a:lstStyle/>
        <a:p>
          <a:endParaRPr lang="en-US"/>
        </a:p>
      </dgm:t>
    </dgm:pt>
    <dgm:pt modelId="{BAA846A6-D52C-49C9-BB72-7904901FEE34}" type="sibTrans" cxnId="{C0AB656B-003B-493B-B432-AC007AAF0705}">
      <dgm:prSet/>
      <dgm:spPr/>
      <dgm:t>
        <a:bodyPr/>
        <a:lstStyle/>
        <a:p>
          <a:endParaRPr lang="en-US"/>
        </a:p>
      </dgm:t>
    </dgm:pt>
    <dgm:pt modelId="{15FDA88E-6EFD-4A25-BAD0-9DF1544C09BC}" type="pres">
      <dgm:prSet presAssocID="{8903481E-4471-47BC-BCF7-565941B0B50B}" presName="Name0" presStyleCnt="0">
        <dgm:presLayoutVars>
          <dgm:dir/>
          <dgm:animLvl val="lvl"/>
          <dgm:resizeHandles val="exact"/>
        </dgm:presLayoutVars>
      </dgm:prSet>
      <dgm:spPr/>
    </dgm:pt>
    <dgm:pt modelId="{99FD6002-6DA3-4FD8-8D61-3E19855774E6}" type="pres">
      <dgm:prSet presAssocID="{0889B859-11E5-4FE8-8F03-4544705B24C7}" presName="composite" presStyleCnt="0"/>
      <dgm:spPr/>
    </dgm:pt>
    <dgm:pt modelId="{2C404156-5FD7-431D-95C5-3DAF7481947B}" type="pres">
      <dgm:prSet presAssocID="{0889B859-11E5-4FE8-8F03-4544705B24C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FB822DA-FA31-48AD-8F45-3C0C0F785502}" type="pres">
      <dgm:prSet presAssocID="{0889B859-11E5-4FE8-8F03-4544705B24C7}" presName="desTx" presStyleLbl="alignAccFollowNode1" presStyleIdx="0" presStyleCnt="3">
        <dgm:presLayoutVars>
          <dgm:bulletEnabled val="1"/>
        </dgm:presLayoutVars>
      </dgm:prSet>
      <dgm:spPr/>
    </dgm:pt>
    <dgm:pt modelId="{3AD3A598-CDC6-4F3D-A269-74348E4BE286}" type="pres">
      <dgm:prSet presAssocID="{0A0542D5-D6F6-4FCE-A4D7-578EAF0C374E}" presName="space" presStyleCnt="0"/>
      <dgm:spPr/>
    </dgm:pt>
    <dgm:pt modelId="{28E348FC-BD8E-4D27-88A7-77C2CF16363B}" type="pres">
      <dgm:prSet presAssocID="{0033220E-4CBF-4AAF-852A-4925298F6574}" presName="composite" presStyleCnt="0"/>
      <dgm:spPr/>
    </dgm:pt>
    <dgm:pt modelId="{1C43EE04-93AA-4E22-A4BC-27552E558CF1}" type="pres">
      <dgm:prSet presAssocID="{0033220E-4CBF-4AAF-852A-4925298F657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7A24347-CEF7-4303-AC69-D3FBF580854A}" type="pres">
      <dgm:prSet presAssocID="{0033220E-4CBF-4AAF-852A-4925298F6574}" presName="desTx" presStyleLbl="alignAccFollowNode1" presStyleIdx="1" presStyleCnt="3">
        <dgm:presLayoutVars>
          <dgm:bulletEnabled val="1"/>
        </dgm:presLayoutVars>
      </dgm:prSet>
      <dgm:spPr/>
    </dgm:pt>
    <dgm:pt modelId="{A0305E79-9A46-4716-84E4-CBCDFB3D075F}" type="pres">
      <dgm:prSet presAssocID="{75403702-F209-4D6F-A4F8-13092F0A10FC}" presName="space" presStyleCnt="0"/>
      <dgm:spPr/>
    </dgm:pt>
    <dgm:pt modelId="{2BACD810-D876-43CD-97F8-B357D71CAAB3}" type="pres">
      <dgm:prSet presAssocID="{E0E0FE8D-D5F1-4009-AE16-1B403E432408}" presName="composite" presStyleCnt="0"/>
      <dgm:spPr/>
    </dgm:pt>
    <dgm:pt modelId="{DFA20D3E-FA51-4D83-A4DE-4F0A78B28181}" type="pres">
      <dgm:prSet presAssocID="{E0E0FE8D-D5F1-4009-AE16-1B403E43240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1ED3853-5AB2-41B7-B1A8-846B4E76C9EF}" type="pres">
      <dgm:prSet presAssocID="{E0E0FE8D-D5F1-4009-AE16-1B403E43240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FD21608-8677-48D3-B71E-C5EDAAD8045D}" srcId="{0033220E-4CBF-4AAF-852A-4925298F6574}" destId="{562781A3-8651-47F4-88E2-7AC06853D803}" srcOrd="0" destOrd="0" parTransId="{9EF3310E-784A-401B-A096-E56D10BAE3ED}" sibTransId="{0D6A8D1B-8D10-42A9-9FF5-53F49B17D81A}"/>
    <dgm:cxn modelId="{25656129-E2A8-4AEB-8EE2-09085EA0A2AC}" type="presOf" srcId="{E0E0FE8D-D5F1-4009-AE16-1B403E432408}" destId="{DFA20D3E-FA51-4D83-A4DE-4F0A78B28181}" srcOrd="0" destOrd="0" presId="urn:microsoft.com/office/officeart/2005/8/layout/hList1"/>
    <dgm:cxn modelId="{646F7A2B-0628-488C-BF72-085BB21576DA}" srcId="{8903481E-4471-47BC-BCF7-565941B0B50B}" destId="{0033220E-4CBF-4AAF-852A-4925298F6574}" srcOrd="1" destOrd="0" parTransId="{11B4F416-92F2-4C62-A2A6-39714EFC0CBB}" sibTransId="{75403702-F209-4D6F-A4F8-13092F0A10FC}"/>
    <dgm:cxn modelId="{5636265B-1253-4C3B-B9AE-440E1C824DED}" srcId="{E0E0FE8D-D5F1-4009-AE16-1B403E432408}" destId="{D57B9B44-AE9B-46C8-8A76-B6CFC3077561}" srcOrd="0" destOrd="0" parTransId="{AB61B702-F8A5-401C-9D3C-2F051F1528A2}" sibTransId="{CBF31E7B-CACA-4B47-B7F2-BC3420B9DB02}"/>
    <dgm:cxn modelId="{509E0362-565D-4EEF-9281-C82BA1952331}" type="presOf" srcId="{8903481E-4471-47BC-BCF7-565941B0B50B}" destId="{15FDA88E-6EFD-4A25-BAD0-9DF1544C09BC}" srcOrd="0" destOrd="0" presId="urn:microsoft.com/office/officeart/2005/8/layout/hList1"/>
    <dgm:cxn modelId="{6F7A1164-C3F8-4A7E-9D96-44A55A04E497}" type="presOf" srcId="{0033220E-4CBF-4AAF-852A-4925298F6574}" destId="{1C43EE04-93AA-4E22-A4BC-27552E558CF1}" srcOrd="0" destOrd="0" presId="urn:microsoft.com/office/officeart/2005/8/layout/hList1"/>
    <dgm:cxn modelId="{C0AB656B-003B-493B-B432-AC007AAF0705}" srcId="{8903481E-4471-47BC-BCF7-565941B0B50B}" destId="{E0E0FE8D-D5F1-4009-AE16-1B403E432408}" srcOrd="2" destOrd="0" parTransId="{BD03AB78-9B64-4E5A-A40F-03A60F6B0F15}" sibTransId="{BAA846A6-D52C-49C9-BB72-7904901FEE34}"/>
    <dgm:cxn modelId="{485B9970-7DEF-4E0F-A81D-2D14D2C72AE1}" type="presOf" srcId="{96620FA1-00F8-40A5-B077-44782B10D9EE}" destId="{BFB822DA-FA31-48AD-8F45-3C0C0F785502}" srcOrd="0" destOrd="0" presId="urn:microsoft.com/office/officeart/2005/8/layout/hList1"/>
    <dgm:cxn modelId="{01C34E5A-1029-4B9B-BEC1-F5FECC1F4AAF}" type="presOf" srcId="{D57B9B44-AE9B-46C8-8A76-B6CFC3077561}" destId="{51ED3853-5AB2-41B7-B1A8-846B4E76C9EF}" srcOrd="0" destOrd="0" presId="urn:microsoft.com/office/officeart/2005/8/layout/hList1"/>
    <dgm:cxn modelId="{F7675B8A-EDA1-47E5-80FD-C8902A7F0D50}" type="presOf" srcId="{0889B859-11E5-4FE8-8F03-4544705B24C7}" destId="{2C404156-5FD7-431D-95C5-3DAF7481947B}" srcOrd="0" destOrd="0" presId="urn:microsoft.com/office/officeart/2005/8/layout/hList1"/>
    <dgm:cxn modelId="{C64083B5-B2FC-4472-A023-E065CE8B0D2F}" srcId="{8903481E-4471-47BC-BCF7-565941B0B50B}" destId="{0889B859-11E5-4FE8-8F03-4544705B24C7}" srcOrd="0" destOrd="0" parTransId="{175CF3E1-C312-42F4-973E-E920375F60A3}" sibTransId="{0A0542D5-D6F6-4FCE-A4D7-578EAF0C374E}"/>
    <dgm:cxn modelId="{E4FF3AB9-3B07-46B1-87D3-3E6EFA1FFDE8}" type="presOf" srcId="{562781A3-8651-47F4-88E2-7AC06853D803}" destId="{47A24347-CEF7-4303-AC69-D3FBF580854A}" srcOrd="0" destOrd="0" presId="urn:microsoft.com/office/officeart/2005/8/layout/hList1"/>
    <dgm:cxn modelId="{4CE7F6EF-35ED-451A-8918-523063E5105C}" srcId="{0889B859-11E5-4FE8-8F03-4544705B24C7}" destId="{96620FA1-00F8-40A5-B077-44782B10D9EE}" srcOrd="0" destOrd="0" parTransId="{EDFD839E-D876-47F4-B1ED-2EC34AA82100}" sibTransId="{C13BC878-4CD8-4E53-B4CF-92F057A9A77B}"/>
    <dgm:cxn modelId="{0732FAE4-A3C2-4D40-B23A-0182825F85B1}" type="presParOf" srcId="{15FDA88E-6EFD-4A25-BAD0-9DF1544C09BC}" destId="{99FD6002-6DA3-4FD8-8D61-3E19855774E6}" srcOrd="0" destOrd="0" presId="urn:microsoft.com/office/officeart/2005/8/layout/hList1"/>
    <dgm:cxn modelId="{811D7084-819F-44BB-84F6-FC4B3CF28F5B}" type="presParOf" srcId="{99FD6002-6DA3-4FD8-8D61-3E19855774E6}" destId="{2C404156-5FD7-431D-95C5-3DAF7481947B}" srcOrd="0" destOrd="0" presId="urn:microsoft.com/office/officeart/2005/8/layout/hList1"/>
    <dgm:cxn modelId="{047B3A2E-0D18-43DD-9333-3AAAB32291ED}" type="presParOf" srcId="{99FD6002-6DA3-4FD8-8D61-3E19855774E6}" destId="{BFB822DA-FA31-48AD-8F45-3C0C0F785502}" srcOrd="1" destOrd="0" presId="urn:microsoft.com/office/officeart/2005/8/layout/hList1"/>
    <dgm:cxn modelId="{B62F4782-D3DE-4C01-810E-EA863C30F2D0}" type="presParOf" srcId="{15FDA88E-6EFD-4A25-BAD0-9DF1544C09BC}" destId="{3AD3A598-CDC6-4F3D-A269-74348E4BE286}" srcOrd="1" destOrd="0" presId="urn:microsoft.com/office/officeart/2005/8/layout/hList1"/>
    <dgm:cxn modelId="{38DE5FC8-CA13-44BA-B609-456EB703C020}" type="presParOf" srcId="{15FDA88E-6EFD-4A25-BAD0-9DF1544C09BC}" destId="{28E348FC-BD8E-4D27-88A7-77C2CF16363B}" srcOrd="2" destOrd="0" presId="urn:microsoft.com/office/officeart/2005/8/layout/hList1"/>
    <dgm:cxn modelId="{C8A99584-2D3C-45B4-A6E7-8414A415FCE3}" type="presParOf" srcId="{28E348FC-BD8E-4D27-88A7-77C2CF16363B}" destId="{1C43EE04-93AA-4E22-A4BC-27552E558CF1}" srcOrd="0" destOrd="0" presId="urn:microsoft.com/office/officeart/2005/8/layout/hList1"/>
    <dgm:cxn modelId="{B8157C8D-F0E8-4007-90E6-D4667425248C}" type="presParOf" srcId="{28E348FC-BD8E-4D27-88A7-77C2CF16363B}" destId="{47A24347-CEF7-4303-AC69-D3FBF580854A}" srcOrd="1" destOrd="0" presId="urn:microsoft.com/office/officeart/2005/8/layout/hList1"/>
    <dgm:cxn modelId="{A519877A-4AE3-4D2A-86C7-1A1946A927A3}" type="presParOf" srcId="{15FDA88E-6EFD-4A25-BAD0-9DF1544C09BC}" destId="{A0305E79-9A46-4716-84E4-CBCDFB3D075F}" srcOrd="3" destOrd="0" presId="urn:microsoft.com/office/officeart/2005/8/layout/hList1"/>
    <dgm:cxn modelId="{96005A42-639E-4765-B786-C7753BADEF27}" type="presParOf" srcId="{15FDA88E-6EFD-4A25-BAD0-9DF1544C09BC}" destId="{2BACD810-D876-43CD-97F8-B357D71CAAB3}" srcOrd="4" destOrd="0" presId="urn:microsoft.com/office/officeart/2005/8/layout/hList1"/>
    <dgm:cxn modelId="{0D3E4634-C524-4D1E-9AF9-047E69D77DAB}" type="presParOf" srcId="{2BACD810-D876-43CD-97F8-B357D71CAAB3}" destId="{DFA20D3E-FA51-4D83-A4DE-4F0A78B28181}" srcOrd="0" destOrd="0" presId="urn:microsoft.com/office/officeart/2005/8/layout/hList1"/>
    <dgm:cxn modelId="{3706FE2D-A28A-4CE6-B9A1-2D1F60F1AE37}" type="presParOf" srcId="{2BACD810-D876-43CD-97F8-B357D71CAAB3}" destId="{51ED3853-5AB2-41B7-B1A8-846B4E76C9E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1CDBCD-3E58-4977-8FFA-C7862D20097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40C1F-F17C-4F94-B224-85FCF9DB6540}">
      <dgm:prSet phldrT="[Text]"/>
      <dgm:spPr/>
      <dgm:t>
        <a:bodyPr/>
        <a:lstStyle/>
        <a:p>
          <a:pPr>
            <a:buNone/>
          </a:pPr>
          <a:r>
            <a:rPr lang="en-US" dirty="0"/>
            <a:t>When cloud computing came: “Data centers will disappear. Infra teams are finished.”</a:t>
          </a:r>
        </a:p>
      </dgm:t>
    </dgm:pt>
    <dgm:pt modelId="{C1F29D27-28B3-4C90-BE04-B097763369F2}" type="parTrans" cxnId="{40E62746-734F-4706-BE75-99EDF6F1BF6F}">
      <dgm:prSet/>
      <dgm:spPr/>
      <dgm:t>
        <a:bodyPr/>
        <a:lstStyle/>
        <a:p>
          <a:endParaRPr lang="en-US"/>
        </a:p>
      </dgm:t>
    </dgm:pt>
    <dgm:pt modelId="{E70EF4CB-8E1B-475B-BF99-14339D1F4C1D}" type="sibTrans" cxnId="{40E62746-734F-4706-BE75-99EDF6F1BF6F}">
      <dgm:prSet/>
      <dgm:spPr/>
      <dgm:t>
        <a:bodyPr/>
        <a:lstStyle/>
        <a:p>
          <a:endParaRPr lang="en-US"/>
        </a:p>
      </dgm:t>
    </dgm:pt>
    <dgm:pt modelId="{73EB8429-182C-4967-AFEF-B32C476A37B8}">
      <dgm:prSet/>
      <dgm:spPr/>
      <dgm:t>
        <a:bodyPr/>
        <a:lstStyle/>
        <a:p>
          <a:pPr>
            <a:buNone/>
          </a:pPr>
          <a:r>
            <a:rPr lang="en-US"/>
            <a:t>What happened instead?</a:t>
          </a:r>
          <a:br>
            <a:rPr lang="en-US"/>
          </a:br>
          <a:r>
            <a:rPr lang="en-US"/>
            <a:t>Cloud architects became the highest paid professionals.</a:t>
          </a:r>
        </a:p>
      </dgm:t>
    </dgm:pt>
    <dgm:pt modelId="{FEC6C901-DE75-4EFA-B01B-6383F7B24F42}" type="parTrans" cxnId="{F54DD1BD-C0EA-4D8A-A66D-3024E27221D0}">
      <dgm:prSet/>
      <dgm:spPr/>
      <dgm:t>
        <a:bodyPr/>
        <a:lstStyle/>
        <a:p>
          <a:endParaRPr lang="en-US"/>
        </a:p>
      </dgm:t>
    </dgm:pt>
    <dgm:pt modelId="{D65C7BB1-CDFA-45CA-AD6F-F07BE40B87B9}" type="sibTrans" cxnId="{F54DD1BD-C0EA-4D8A-A66D-3024E27221D0}">
      <dgm:prSet/>
      <dgm:spPr/>
      <dgm:t>
        <a:bodyPr/>
        <a:lstStyle/>
        <a:p>
          <a:endParaRPr lang="en-US"/>
        </a:p>
      </dgm:t>
    </dgm:pt>
    <dgm:pt modelId="{447A22B4-EAE0-4971-A01B-0B8D960E7B57}">
      <dgm:prSet/>
      <dgm:spPr/>
      <dgm:t>
        <a:bodyPr/>
        <a:lstStyle/>
        <a:p>
          <a:pPr>
            <a:buNone/>
          </a:pPr>
          <a:r>
            <a:rPr lang="en-US" dirty="0"/>
            <a:t>When DevOps came: “Ops is dead.”</a:t>
          </a:r>
        </a:p>
      </dgm:t>
    </dgm:pt>
    <dgm:pt modelId="{A02D6C1C-F037-4453-AE7B-493967CF6AA5}" type="parTrans" cxnId="{9511B593-983B-4768-96F4-5FABC6DD61F2}">
      <dgm:prSet/>
      <dgm:spPr/>
      <dgm:t>
        <a:bodyPr/>
        <a:lstStyle/>
        <a:p>
          <a:endParaRPr lang="en-US"/>
        </a:p>
      </dgm:t>
    </dgm:pt>
    <dgm:pt modelId="{48C036ED-E2D2-4C82-9EE7-AEF09EDBAE0A}" type="sibTrans" cxnId="{9511B593-983B-4768-96F4-5FABC6DD61F2}">
      <dgm:prSet/>
      <dgm:spPr/>
      <dgm:t>
        <a:bodyPr/>
        <a:lstStyle/>
        <a:p>
          <a:endParaRPr lang="en-US"/>
        </a:p>
      </dgm:t>
    </dgm:pt>
    <dgm:pt modelId="{CD1DD07D-0D62-4A93-8173-C01E6C6C56D8}">
      <dgm:prSet/>
      <dgm:spPr/>
      <dgm:t>
        <a:bodyPr/>
        <a:lstStyle/>
        <a:p>
          <a:pPr>
            <a:buNone/>
          </a:pPr>
          <a:r>
            <a:rPr lang="en-US"/>
            <a:t>Instead?</a:t>
          </a:r>
          <a:br>
            <a:rPr lang="en-US"/>
          </a:br>
          <a:r>
            <a:rPr lang="en-US"/>
            <a:t>Platform engineers became indispensable.</a:t>
          </a:r>
        </a:p>
      </dgm:t>
    </dgm:pt>
    <dgm:pt modelId="{3D29D58D-F360-4199-A0D2-534CC23F27B4}" type="parTrans" cxnId="{D47134C7-8182-4B36-ABCF-ECB2146DD303}">
      <dgm:prSet/>
      <dgm:spPr/>
      <dgm:t>
        <a:bodyPr/>
        <a:lstStyle/>
        <a:p>
          <a:endParaRPr lang="en-US"/>
        </a:p>
      </dgm:t>
    </dgm:pt>
    <dgm:pt modelId="{0DB223F5-75EE-4D2E-9EAE-63A84E4447C9}" type="sibTrans" cxnId="{D47134C7-8182-4B36-ABCF-ECB2146DD303}">
      <dgm:prSet/>
      <dgm:spPr/>
      <dgm:t>
        <a:bodyPr/>
        <a:lstStyle/>
        <a:p>
          <a:endParaRPr lang="en-US"/>
        </a:p>
      </dgm:t>
    </dgm:pt>
    <dgm:pt modelId="{B2F51846-D428-4281-8C87-318347491DA2}">
      <dgm:prSet/>
      <dgm:spPr/>
      <dgm:t>
        <a:bodyPr/>
        <a:lstStyle/>
        <a:p>
          <a:pPr>
            <a:buNone/>
          </a:pPr>
          <a:r>
            <a:rPr lang="en-US"/>
            <a:t>Now it’s AI.</a:t>
          </a:r>
        </a:p>
      </dgm:t>
    </dgm:pt>
    <dgm:pt modelId="{2C4EE539-5E48-4D59-92C3-61B1964044DB}" type="parTrans" cxnId="{BD3AE591-493B-4B74-ACBD-3824EA936509}">
      <dgm:prSet/>
      <dgm:spPr/>
      <dgm:t>
        <a:bodyPr/>
        <a:lstStyle/>
        <a:p>
          <a:endParaRPr lang="en-US"/>
        </a:p>
      </dgm:t>
    </dgm:pt>
    <dgm:pt modelId="{B8B3E975-300B-4BE8-B4BE-4344C82CD8BA}" type="sibTrans" cxnId="{BD3AE591-493B-4B74-ACBD-3824EA936509}">
      <dgm:prSet/>
      <dgm:spPr/>
      <dgm:t>
        <a:bodyPr/>
        <a:lstStyle/>
        <a:p>
          <a:endParaRPr lang="en-US"/>
        </a:p>
      </dgm:t>
    </dgm:pt>
    <dgm:pt modelId="{C348D777-EC63-4593-B2F4-BA56EE39B2D7}">
      <dgm:prSet/>
      <dgm:spPr/>
      <dgm:t>
        <a:bodyPr/>
        <a:lstStyle/>
        <a:p>
          <a:pPr>
            <a:buNone/>
          </a:pPr>
          <a:r>
            <a:rPr lang="en-US" dirty="0"/>
            <a:t>And here’s the truth from a data leadership lens: The demand is not reducing.</a:t>
          </a:r>
          <a:br>
            <a:rPr lang="en-US" dirty="0"/>
          </a:br>
          <a:r>
            <a:rPr lang="en-US" dirty="0"/>
            <a:t>The skill expectations are increasing.</a:t>
          </a:r>
        </a:p>
      </dgm:t>
    </dgm:pt>
    <dgm:pt modelId="{4F343EAB-0A92-452C-9646-1874F5F50FEB}" type="parTrans" cxnId="{B34AACAE-DB5F-4F74-8734-0845B0307DAF}">
      <dgm:prSet/>
      <dgm:spPr/>
      <dgm:t>
        <a:bodyPr/>
        <a:lstStyle/>
        <a:p>
          <a:endParaRPr lang="en-US"/>
        </a:p>
      </dgm:t>
    </dgm:pt>
    <dgm:pt modelId="{94B15639-EED3-4601-A4BC-9A4908CCF1B7}" type="sibTrans" cxnId="{B34AACAE-DB5F-4F74-8734-0845B0307DAF}">
      <dgm:prSet/>
      <dgm:spPr/>
      <dgm:t>
        <a:bodyPr/>
        <a:lstStyle/>
        <a:p>
          <a:endParaRPr lang="en-US"/>
        </a:p>
      </dgm:t>
    </dgm:pt>
    <dgm:pt modelId="{A4785D36-0A79-4360-BE17-81BEDE395B36}" type="pres">
      <dgm:prSet presAssocID="{301CDBCD-3E58-4977-8FFA-C7862D20097E}" presName="diagram" presStyleCnt="0">
        <dgm:presLayoutVars>
          <dgm:dir/>
          <dgm:resizeHandles val="exact"/>
        </dgm:presLayoutVars>
      </dgm:prSet>
      <dgm:spPr/>
    </dgm:pt>
    <dgm:pt modelId="{CF194BC5-9E55-477C-BBC3-87D60C136C21}" type="pres">
      <dgm:prSet presAssocID="{DA040C1F-F17C-4F94-B224-85FCF9DB6540}" presName="node" presStyleLbl="node1" presStyleIdx="0" presStyleCnt="6">
        <dgm:presLayoutVars>
          <dgm:bulletEnabled val="1"/>
        </dgm:presLayoutVars>
      </dgm:prSet>
      <dgm:spPr/>
    </dgm:pt>
    <dgm:pt modelId="{8C10BDA6-7FC4-40C4-876C-9C74F5338EE9}" type="pres">
      <dgm:prSet presAssocID="{E70EF4CB-8E1B-475B-BF99-14339D1F4C1D}" presName="sibTrans" presStyleCnt="0"/>
      <dgm:spPr/>
    </dgm:pt>
    <dgm:pt modelId="{2AD7F308-C66C-4607-9FCC-5924B644D576}" type="pres">
      <dgm:prSet presAssocID="{73EB8429-182C-4967-AFEF-B32C476A37B8}" presName="node" presStyleLbl="node1" presStyleIdx="1" presStyleCnt="6">
        <dgm:presLayoutVars>
          <dgm:bulletEnabled val="1"/>
        </dgm:presLayoutVars>
      </dgm:prSet>
      <dgm:spPr/>
    </dgm:pt>
    <dgm:pt modelId="{E47B2358-1522-43DA-AA86-A8FEF919F3DC}" type="pres">
      <dgm:prSet presAssocID="{D65C7BB1-CDFA-45CA-AD6F-F07BE40B87B9}" presName="sibTrans" presStyleCnt="0"/>
      <dgm:spPr/>
    </dgm:pt>
    <dgm:pt modelId="{E9ACBB09-17B6-4C51-A892-7F6ACC0A4BB9}" type="pres">
      <dgm:prSet presAssocID="{447A22B4-EAE0-4971-A01B-0B8D960E7B57}" presName="node" presStyleLbl="node1" presStyleIdx="2" presStyleCnt="6">
        <dgm:presLayoutVars>
          <dgm:bulletEnabled val="1"/>
        </dgm:presLayoutVars>
      </dgm:prSet>
      <dgm:spPr/>
    </dgm:pt>
    <dgm:pt modelId="{1D56B615-E4D7-4323-91ED-A0A750A8B765}" type="pres">
      <dgm:prSet presAssocID="{48C036ED-E2D2-4C82-9EE7-AEF09EDBAE0A}" presName="sibTrans" presStyleCnt="0"/>
      <dgm:spPr/>
    </dgm:pt>
    <dgm:pt modelId="{E986546D-153D-419D-AC9B-82BA01F2C117}" type="pres">
      <dgm:prSet presAssocID="{CD1DD07D-0D62-4A93-8173-C01E6C6C56D8}" presName="node" presStyleLbl="node1" presStyleIdx="3" presStyleCnt="6">
        <dgm:presLayoutVars>
          <dgm:bulletEnabled val="1"/>
        </dgm:presLayoutVars>
      </dgm:prSet>
      <dgm:spPr/>
    </dgm:pt>
    <dgm:pt modelId="{041331E3-3390-4C67-9DE3-9A96154B116A}" type="pres">
      <dgm:prSet presAssocID="{0DB223F5-75EE-4D2E-9EAE-63A84E4447C9}" presName="sibTrans" presStyleCnt="0"/>
      <dgm:spPr/>
    </dgm:pt>
    <dgm:pt modelId="{B8D8531D-C4F5-4EB2-AE51-385070AA84B4}" type="pres">
      <dgm:prSet presAssocID="{B2F51846-D428-4281-8C87-318347491DA2}" presName="node" presStyleLbl="node1" presStyleIdx="4" presStyleCnt="6">
        <dgm:presLayoutVars>
          <dgm:bulletEnabled val="1"/>
        </dgm:presLayoutVars>
      </dgm:prSet>
      <dgm:spPr/>
    </dgm:pt>
    <dgm:pt modelId="{AD56E842-1CE3-44EE-A97F-1B955BC43A88}" type="pres">
      <dgm:prSet presAssocID="{B8B3E975-300B-4BE8-B4BE-4344C82CD8BA}" presName="sibTrans" presStyleCnt="0"/>
      <dgm:spPr/>
    </dgm:pt>
    <dgm:pt modelId="{66FE83DE-CA67-492F-9F9B-FCF62A683B28}" type="pres">
      <dgm:prSet presAssocID="{C348D777-EC63-4593-B2F4-BA56EE39B2D7}" presName="node" presStyleLbl="node1" presStyleIdx="5" presStyleCnt="6">
        <dgm:presLayoutVars>
          <dgm:bulletEnabled val="1"/>
        </dgm:presLayoutVars>
      </dgm:prSet>
      <dgm:spPr/>
    </dgm:pt>
  </dgm:ptLst>
  <dgm:cxnLst>
    <dgm:cxn modelId="{1726B01A-F2A4-4308-B103-EC51F267F639}" type="presOf" srcId="{447A22B4-EAE0-4971-A01B-0B8D960E7B57}" destId="{E9ACBB09-17B6-4C51-A892-7F6ACC0A4BB9}" srcOrd="0" destOrd="0" presId="urn:microsoft.com/office/officeart/2005/8/layout/default"/>
    <dgm:cxn modelId="{60ECF95C-8F04-4C3B-914E-64C53B5B2DDE}" type="presOf" srcId="{301CDBCD-3E58-4977-8FFA-C7862D20097E}" destId="{A4785D36-0A79-4360-BE17-81BEDE395B36}" srcOrd="0" destOrd="0" presId="urn:microsoft.com/office/officeart/2005/8/layout/default"/>
    <dgm:cxn modelId="{40E62746-734F-4706-BE75-99EDF6F1BF6F}" srcId="{301CDBCD-3E58-4977-8FFA-C7862D20097E}" destId="{DA040C1F-F17C-4F94-B224-85FCF9DB6540}" srcOrd="0" destOrd="0" parTransId="{C1F29D27-28B3-4C90-BE04-B097763369F2}" sibTransId="{E70EF4CB-8E1B-475B-BF99-14339D1F4C1D}"/>
    <dgm:cxn modelId="{5A4D2A82-B2B4-48FA-9093-7677CA8D65BF}" type="presOf" srcId="{73EB8429-182C-4967-AFEF-B32C476A37B8}" destId="{2AD7F308-C66C-4607-9FCC-5924B644D576}" srcOrd="0" destOrd="0" presId="urn:microsoft.com/office/officeart/2005/8/layout/default"/>
    <dgm:cxn modelId="{8EDCCE8A-E6E9-45B4-BD19-25CE60A3C80E}" type="presOf" srcId="{C348D777-EC63-4593-B2F4-BA56EE39B2D7}" destId="{66FE83DE-CA67-492F-9F9B-FCF62A683B28}" srcOrd="0" destOrd="0" presId="urn:microsoft.com/office/officeart/2005/8/layout/default"/>
    <dgm:cxn modelId="{BD3AE591-493B-4B74-ACBD-3824EA936509}" srcId="{301CDBCD-3E58-4977-8FFA-C7862D20097E}" destId="{B2F51846-D428-4281-8C87-318347491DA2}" srcOrd="4" destOrd="0" parTransId="{2C4EE539-5E48-4D59-92C3-61B1964044DB}" sibTransId="{B8B3E975-300B-4BE8-B4BE-4344C82CD8BA}"/>
    <dgm:cxn modelId="{9511B593-983B-4768-96F4-5FABC6DD61F2}" srcId="{301CDBCD-3E58-4977-8FFA-C7862D20097E}" destId="{447A22B4-EAE0-4971-A01B-0B8D960E7B57}" srcOrd="2" destOrd="0" parTransId="{A02D6C1C-F037-4453-AE7B-493967CF6AA5}" sibTransId="{48C036ED-E2D2-4C82-9EE7-AEF09EDBAE0A}"/>
    <dgm:cxn modelId="{CA9A67A8-706D-4D5F-B78A-E6C97B201E01}" type="presOf" srcId="{DA040C1F-F17C-4F94-B224-85FCF9DB6540}" destId="{CF194BC5-9E55-477C-BBC3-87D60C136C21}" srcOrd="0" destOrd="0" presId="urn:microsoft.com/office/officeart/2005/8/layout/default"/>
    <dgm:cxn modelId="{B34AACAE-DB5F-4F74-8734-0845B0307DAF}" srcId="{301CDBCD-3E58-4977-8FFA-C7862D20097E}" destId="{C348D777-EC63-4593-B2F4-BA56EE39B2D7}" srcOrd="5" destOrd="0" parTransId="{4F343EAB-0A92-452C-9646-1874F5F50FEB}" sibTransId="{94B15639-EED3-4601-A4BC-9A4908CCF1B7}"/>
    <dgm:cxn modelId="{B58DD2B5-49EE-42BC-9FAE-6F9270C5EA80}" type="presOf" srcId="{B2F51846-D428-4281-8C87-318347491DA2}" destId="{B8D8531D-C4F5-4EB2-AE51-385070AA84B4}" srcOrd="0" destOrd="0" presId="urn:microsoft.com/office/officeart/2005/8/layout/default"/>
    <dgm:cxn modelId="{F54DD1BD-C0EA-4D8A-A66D-3024E27221D0}" srcId="{301CDBCD-3E58-4977-8FFA-C7862D20097E}" destId="{73EB8429-182C-4967-AFEF-B32C476A37B8}" srcOrd="1" destOrd="0" parTransId="{FEC6C901-DE75-4EFA-B01B-6383F7B24F42}" sibTransId="{D65C7BB1-CDFA-45CA-AD6F-F07BE40B87B9}"/>
    <dgm:cxn modelId="{5AF04BBE-3FA6-43F2-B6D6-B34ACB524B4D}" type="presOf" srcId="{CD1DD07D-0D62-4A93-8173-C01E6C6C56D8}" destId="{E986546D-153D-419D-AC9B-82BA01F2C117}" srcOrd="0" destOrd="0" presId="urn:microsoft.com/office/officeart/2005/8/layout/default"/>
    <dgm:cxn modelId="{D47134C7-8182-4B36-ABCF-ECB2146DD303}" srcId="{301CDBCD-3E58-4977-8FFA-C7862D20097E}" destId="{CD1DD07D-0D62-4A93-8173-C01E6C6C56D8}" srcOrd="3" destOrd="0" parTransId="{3D29D58D-F360-4199-A0D2-534CC23F27B4}" sibTransId="{0DB223F5-75EE-4D2E-9EAE-63A84E4447C9}"/>
    <dgm:cxn modelId="{B1914C92-AC26-4563-9698-E94161621D4F}" type="presParOf" srcId="{A4785D36-0A79-4360-BE17-81BEDE395B36}" destId="{CF194BC5-9E55-477C-BBC3-87D60C136C21}" srcOrd="0" destOrd="0" presId="urn:microsoft.com/office/officeart/2005/8/layout/default"/>
    <dgm:cxn modelId="{3E8525A4-1094-4778-A71C-1F92740253B8}" type="presParOf" srcId="{A4785D36-0A79-4360-BE17-81BEDE395B36}" destId="{8C10BDA6-7FC4-40C4-876C-9C74F5338EE9}" srcOrd="1" destOrd="0" presId="urn:microsoft.com/office/officeart/2005/8/layout/default"/>
    <dgm:cxn modelId="{A4C6BDA6-D161-4AEE-9623-F0179F8707E9}" type="presParOf" srcId="{A4785D36-0A79-4360-BE17-81BEDE395B36}" destId="{2AD7F308-C66C-4607-9FCC-5924B644D576}" srcOrd="2" destOrd="0" presId="urn:microsoft.com/office/officeart/2005/8/layout/default"/>
    <dgm:cxn modelId="{AE47B468-7B90-4CE7-9C80-C25110EA4F3A}" type="presParOf" srcId="{A4785D36-0A79-4360-BE17-81BEDE395B36}" destId="{E47B2358-1522-43DA-AA86-A8FEF919F3DC}" srcOrd="3" destOrd="0" presId="urn:microsoft.com/office/officeart/2005/8/layout/default"/>
    <dgm:cxn modelId="{DFC2A333-0B50-4DA4-B252-B90E19F7F43C}" type="presParOf" srcId="{A4785D36-0A79-4360-BE17-81BEDE395B36}" destId="{E9ACBB09-17B6-4C51-A892-7F6ACC0A4BB9}" srcOrd="4" destOrd="0" presId="urn:microsoft.com/office/officeart/2005/8/layout/default"/>
    <dgm:cxn modelId="{831E1562-77FA-4144-BDF6-E262D17E9734}" type="presParOf" srcId="{A4785D36-0A79-4360-BE17-81BEDE395B36}" destId="{1D56B615-E4D7-4323-91ED-A0A750A8B765}" srcOrd="5" destOrd="0" presId="urn:microsoft.com/office/officeart/2005/8/layout/default"/>
    <dgm:cxn modelId="{B398E30D-93CD-4E88-9093-B5831C89CAB3}" type="presParOf" srcId="{A4785D36-0A79-4360-BE17-81BEDE395B36}" destId="{E986546D-153D-419D-AC9B-82BA01F2C117}" srcOrd="6" destOrd="0" presId="urn:microsoft.com/office/officeart/2005/8/layout/default"/>
    <dgm:cxn modelId="{0A652621-120A-44B7-AFC6-DD928DA9C173}" type="presParOf" srcId="{A4785D36-0A79-4360-BE17-81BEDE395B36}" destId="{041331E3-3390-4C67-9DE3-9A96154B116A}" srcOrd="7" destOrd="0" presId="urn:microsoft.com/office/officeart/2005/8/layout/default"/>
    <dgm:cxn modelId="{3EBB0745-F769-4671-AFF4-175D9EBFAEEE}" type="presParOf" srcId="{A4785D36-0A79-4360-BE17-81BEDE395B36}" destId="{B8D8531D-C4F5-4EB2-AE51-385070AA84B4}" srcOrd="8" destOrd="0" presId="urn:microsoft.com/office/officeart/2005/8/layout/default"/>
    <dgm:cxn modelId="{CA600273-4754-495A-BE7A-AA0C37FA22C1}" type="presParOf" srcId="{A4785D36-0A79-4360-BE17-81BEDE395B36}" destId="{AD56E842-1CE3-44EE-A97F-1B955BC43A88}" srcOrd="9" destOrd="0" presId="urn:microsoft.com/office/officeart/2005/8/layout/default"/>
    <dgm:cxn modelId="{D1683ED1-CD34-4DB4-8122-44AF6369FCCF}" type="presParOf" srcId="{A4785D36-0A79-4360-BE17-81BEDE395B36}" destId="{66FE83DE-CA67-492F-9F9B-FCF62A683B2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1373759-EF5D-4DBE-BD29-8BC0E02E4E1E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F304C6-E904-4D5D-AB78-E0767669471B}">
      <dgm:prSet phldrT="[Text]"/>
      <dgm:spPr/>
      <dgm:t>
        <a:bodyPr/>
        <a:lstStyle/>
        <a:p>
          <a:pPr>
            <a:buNone/>
          </a:pPr>
          <a:r>
            <a:rPr lang="en-US" dirty="0"/>
            <a:t>Let me share a quick </a:t>
          </a:r>
          <a:r>
            <a:rPr lang="en-US"/>
            <a:t>example.</a:t>
          </a:r>
          <a:endParaRPr lang="en-US" dirty="0"/>
        </a:p>
      </dgm:t>
    </dgm:pt>
    <dgm:pt modelId="{BB957357-EDB8-4352-82BC-5489560A9CF9}" type="parTrans" cxnId="{DF804CDE-0758-49CB-ADB3-D88EE6095C79}">
      <dgm:prSet/>
      <dgm:spPr/>
      <dgm:t>
        <a:bodyPr/>
        <a:lstStyle/>
        <a:p>
          <a:endParaRPr lang="en-US"/>
        </a:p>
      </dgm:t>
    </dgm:pt>
    <dgm:pt modelId="{3AA51C43-EF40-48C8-BB55-54FA0E0DFFC4}" type="sibTrans" cxnId="{DF804CDE-0758-49CB-ADB3-D88EE6095C79}">
      <dgm:prSet/>
      <dgm:spPr/>
      <dgm:t>
        <a:bodyPr/>
        <a:lstStyle/>
        <a:p>
          <a:endParaRPr lang="en-US"/>
        </a:p>
      </dgm:t>
    </dgm:pt>
    <dgm:pt modelId="{75D17A91-BFE4-4D92-B742-A5B4722EE6E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Designs retrieval pipelines</a:t>
          </a:r>
        </a:p>
      </dgm:t>
    </dgm:pt>
    <dgm:pt modelId="{744CBA4B-9704-4330-96A0-1D17B248FB6B}" type="parTrans" cxnId="{AD7AEBF0-B857-45B6-8BD6-94074D951DFF}">
      <dgm:prSet/>
      <dgm:spPr/>
      <dgm:t>
        <a:bodyPr/>
        <a:lstStyle/>
        <a:p>
          <a:endParaRPr lang="en-US"/>
        </a:p>
      </dgm:t>
    </dgm:pt>
    <dgm:pt modelId="{DC52A3A9-299A-42D3-A309-20FC5E0037D3}" type="sibTrans" cxnId="{AD7AEBF0-B857-45B6-8BD6-94074D951DFF}">
      <dgm:prSet/>
      <dgm:spPr/>
      <dgm:t>
        <a:bodyPr/>
        <a:lstStyle/>
        <a:p>
          <a:endParaRPr lang="en-US"/>
        </a:p>
      </dgm:t>
    </dgm:pt>
    <dgm:pt modelId="{E8555332-A946-42FE-8893-FC8E6C9FD99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Optimizes inference cost</a:t>
          </a:r>
        </a:p>
      </dgm:t>
    </dgm:pt>
    <dgm:pt modelId="{55F68182-FBC9-499D-85D4-74CB79B5CC33}" type="parTrans" cxnId="{5A2C26EF-AA78-4415-88FE-7BCA85B25D7B}">
      <dgm:prSet/>
      <dgm:spPr/>
      <dgm:t>
        <a:bodyPr/>
        <a:lstStyle/>
        <a:p>
          <a:endParaRPr lang="en-US"/>
        </a:p>
      </dgm:t>
    </dgm:pt>
    <dgm:pt modelId="{77B32A34-5BB7-46BF-9BCB-D08520B86E9A}" type="sibTrans" cxnId="{5A2C26EF-AA78-4415-88FE-7BCA85B25D7B}">
      <dgm:prSet/>
      <dgm:spPr/>
      <dgm:t>
        <a:bodyPr/>
        <a:lstStyle/>
        <a:p>
          <a:endParaRPr lang="en-US"/>
        </a:p>
      </dgm:t>
    </dgm:pt>
    <dgm:pt modelId="{52C27D7B-8EFF-44C4-94B3-72CDEE1D739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Adds observability to agents</a:t>
          </a:r>
        </a:p>
      </dgm:t>
    </dgm:pt>
    <dgm:pt modelId="{C9FA517F-2659-46BD-AB40-67BC6996F519}" type="parTrans" cxnId="{01A1E053-F081-4347-8CB8-64F5681EB406}">
      <dgm:prSet/>
      <dgm:spPr/>
      <dgm:t>
        <a:bodyPr/>
        <a:lstStyle/>
        <a:p>
          <a:endParaRPr lang="en-US"/>
        </a:p>
      </dgm:t>
    </dgm:pt>
    <dgm:pt modelId="{D116D6CC-B4F9-4DDC-91AE-CE5393A2C25C}" type="sibTrans" cxnId="{01A1E053-F081-4347-8CB8-64F5681EB406}">
      <dgm:prSet/>
      <dgm:spPr/>
      <dgm:t>
        <a:bodyPr/>
        <a:lstStyle/>
        <a:p>
          <a:endParaRPr lang="en-US"/>
        </a:p>
      </dgm:t>
    </dgm:pt>
    <dgm:pt modelId="{726B4B1C-754A-4716-8782-AB3B94B34F8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Implements guardrails</a:t>
          </a:r>
        </a:p>
      </dgm:t>
    </dgm:pt>
    <dgm:pt modelId="{4ADECFAA-C27C-436C-B474-16EB013CFE49}" type="parTrans" cxnId="{C3C4B68C-510E-4B9D-B82E-06E813EB91A4}">
      <dgm:prSet/>
      <dgm:spPr/>
      <dgm:t>
        <a:bodyPr/>
        <a:lstStyle/>
        <a:p>
          <a:endParaRPr lang="en-US"/>
        </a:p>
      </dgm:t>
    </dgm:pt>
    <dgm:pt modelId="{8F44B6BC-9A62-4208-BDCB-D9887CF20B10}" type="sibTrans" cxnId="{C3C4B68C-510E-4B9D-B82E-06E813EB91A4}">
      <dgm:prSet/>
      <dgm:spPr/>
      <dgm:t>
        <a:bodyPr/>
        <a:lstStyle/>
        <a:p>
          <a:endParaRPr lang="en-US"/>
        </a:p>
      </dgm:t>
    </dgm:pt>
    <dgm:pt modelId="{7D09DBD8-23D4-4529-8A5E-F6E3223C4FC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Fine-tunes workflows with feedback</a:t>
          </a:r>
        </a:p>
      </dgm:t>
    </dgm:pt>
    <dgm:pt modelId="{7B91F015-56A3-4872-96BC-7CCCD0239301}" type="parTrans" cxnId="{5F481F58-A2D2-48F3-950A-EAC70CF34AA6}">
      <dgm:prSet/>
      <dgm:spPr/>
      <dgm:t>
        <a:bodyPr/>
        <a:lstStyle/>
        <a:p>
          <a:endParaRPr lang="en-US"/>
        </a:p>
      </dgm:t>
    </dgm:pt>
    <dgm:pt modelId="{B63FB051-FEC7-42B4-9F9C-7D466891A927}" type="sibTrans" cxnId="{5F481F58-A2D2-48F3-950A-EAC70CF34AA6}">
      <dgm:prSet/>
      <dgm:spPr/>
      <dgm:t>
        <a:bodyPr/>
        <a:lstStyle/>
        <a:p>
          <a:endParaRPr lang="en-US"/>
        </a:p>
      </dgm:t>
    </dgm:pt>
    <dgm:pt modelId="{34CD785C-51C5-426F-9420-4916C8689348}">
      <dgm:prSet/>
      <dgm:spPr/>
      <dgm:t>
        <a:bodyPr/>
        <a:lstStyle/>
        <a:p>
          <a:pPr>
            <a:buNone/>
          </a:pPr>
          <a:r>
            <a:rPr lang="en-US" dirty="0"/>
            <a:t>Same person.</a:t>
          </a:r>
          <a:br>
            <a:rPr lang="en-US" dirty="0"/>
          </a:br>
          <a:r>
            <a:rPr lang="en-US" dirty="0"/>
            <a:t>Different mindset.</a:t>
          </a:r>
        </a:p>
      </dgm:t>
    </dgm:pt>
    <dgm:pt modelId="{7C51959E-FA19-4216-A00E-50454EED40F9}" type="parTrans" cxnId="{79B85A83-FC35-4CDD-97E5-66891F39B0DC}">
      <dgm:prSet/>
      <dgm:spPr/>
      <dgm:t>
        <a:bodyPr/>
        <a:lstStyle/>
        <a:p>
          <a:endParaRPr lang="en-US"/>
        </a:p>
      </dgm:t>
    </dgm:pt>
    <dgm:pt modelId="{2B012634-9B3F-4832-B7E5-0264DF12EA0D}" type="sibTrans" cxnId="{79B85A83-FC35-4CDD-97E5-66891F39B0DC}">
      <dgm:prSet/>
      <dgm:spPr/>
      <dgm:t>
        <a:bodyPr/>
        <a:lstStyle/>
        <a:p>
          <a:endParaRPr lang="en-US"/>
        </a:p>
      </dgm:t>
    </dgm:pt>
    <dgm:pt modelId="{2F771D2E-981E-4A5A-A624-5FC9B8EAC461}">
      <dgm:prSet/>
      <dgm:spPr/>
      <dgm:t>
        <a:bodyPr/>
        <a:lstStyle/>
        <a:p>
          <a:pPr>
            <a:buNone/>
          </a:pPr>
          <a:r>
            <a:rPr lang="en-US" dirty="0"/>
            <a:t>That mindset shift is what today is about.</a:t>
          </a:r>
        </a:p>
      </dgm:t>
    </dgm:pt>
    <dgm:pt modelId="{1864B9E8-C536-4B95-AADE-FA1F7D2EE331}" type="parTrans" cxnId="{D8A11FE6-29A0-4B78-A440-D8AB3B6D3E7B}">
      <dgm:prSet/>
      <dgm:spPr/>
      <dgm:t>
        <a:bodyPr/>
        <a:lstStyle/>
        <a:p>
          <a:endParaRPr lang="en-US"/>
        </a:p>
      </dgm:t>
    </dgm:pt>
    <dgm:pt modelId="{7CF3AC5E-FF8A-4F54-A2C9-27CD2828C715}" type="sibTrans" cxnId="{D8A11FE6-29A0-4B78-A440-D8AB3B6D3E7B}">
      <dgm:prSet/>
      <dgm:spPr/>
      <dgm:t>
        <a:bodyPr/>
        <a:lstStyle/>
        <a:p>
          <a:endParaRPr lang="en-US"/>
        </a:p>
      </dgm:t>
    </dgm:pt>
    <dgm:pt modelId="{BD2F7254-90D9-4F2A-80BB-C309DFA144A8}">
      <dgm:prSet phldrT="[Text]"/>
      <dgm:spPr/>
      <dgm:t>
        <a:bodyPr/>
        <a:lstStyle/>
        <a:p>
          <a:pPr>
            <a:buNone/>
          </a:pPr>
          <a:r>
            <a:rPr lang="en-US" dirty="0"/>
            <a:t>A traditional backend engineer writes </a:t>
          </a:r>
          <a:r>
            <a:rPr lang="en-US"/>
            <a:t>APIs.</a:t>
          </a:r>
          <a:endParaRPr lang="en-US" dirty="0"/>
        </a:p>
      </dgm:t>
    </dgm:pt>
    <dgm:pt modelId="{6E4E2329-C8F7-4828-9ED2-203D970ED803}" type="parTrans" cxnId="{C0DE841E-F7EB-4DDF-A062-95360FF980A5}">
      <dgm:prSet/>
      <dgm:spPr/>
      <dgm:t>
        <a:bodyPr/>
        <a:lstStyle/>
        <a:p>
          <a:endParaRPr lang="en-US"/>
        </a:p>
      </dgm:t>
    </dgm:pt>
    <dgm:pt modelId="{E211AB9F-9167-44B0-894A-6D2069268876}" type="sibTrans" cxnId="{C0DE841E-F7EB-4DDF-A062-95360FF980A5}">
      <dgm:prSet/>
      <dgm:spPr/>
      <dgm:t>
        <a:bodyPr/>
        <a:lstStyle/>
        <a:p>
          <a:endParaRPr lang="en-US"/>
        </a:p>
      </dgm:t>
    </dgm:pt>
    <dgm:pt modelId="{68B767A9-6527-4086-8C49-CC1166FCF0F8}">
      <dgm:prSet phldrT="[Text]"/>
      <dgm:spPr/>
      <dgm:t>
        <a:bodyPr/>
        <a:lstStyle/>
        <a:p>
          <a:pPr>
            <a:buNone/>
          </a:pPr>
          <a:r>
            <a:rPr lang="en-US" dirty="0"/>
            <a:t>A modern AI-native engineer:</a:t>
          </a:r>
        </a:p>
      </dgm:t>
    </dgm:pt>
    <dgm:pt modelId="{8BA031E2-872C-40DD-BF75-B2C12EB72DDD}" type="parTrans" cxnId="{7A0FE2D7-8BF6-4C16-AA8C-E548D1D32C9C}">
      <dgm:prSet/>
      <dgm:spPr/>
      <dgm:t>
        <a:bodyPr/>
        <a:lstStyle/>
        <a:p>
          <a:endParaRPr lang="en-US"/>
        </a:p>
      </dgm:t>
    </dgm:pt>
    <dgm:pt modelId="{9B727F48-F1CE-4549-BBB5-88AEE293AE63}" type="sibTrans" cxnId="{7A0FE2D7-8BF6-4C16-AA8C-E548D1D32C9C}">
      <dgm:prSet/>
      <dgm:spPr/>
      <dgm:t>
        <a:bodyPr/>
        <a:lstStyle/>
        <a:p>
          <a:endParaRPr lang="en-US"/>
        </a:p>
      </dgm:t>
    </dgm:pt>
    <dgm:pt modelId="{F865E177-4378-4CFB-BC26-E8BD8F0883D7}" type="pres">
      <dgm:prSet presAssocID="{C1373759-EF5D-4DBE-BD29-8BC0E02E4E1E}" presName="Name0" presStyleCnt="0">
        <dgm:presLayoutVars>
          <dgm:dir/>
          <dgm:resizeHandles val="exact"/>
        </dgm:presLayoutVars>
      </dgm:prSet>
      <dgm:spPr/>
    </dgm:pt>
    <dgm:pt modelId="{4625A79E-79D2-426F-B979-9CDDB9456417}" type="pres">
      <dgm:prSet presAssocID="{46F304C6-E904-4D5D-AB78-E0767669471B}" presName="node" presStyleLbl="node1" presStyleIdx="0" presStyleCnt="2">
        <dgm:presLayoutVars>
          <dgm:bulletEnabled val="1"/>
        </dgm:presLayoutVars>
      </dgm:prSet>
      <dgm:spPr/>
    </dgm:pt>
    <dgm:pt modelId="{F8B1B9A4-D57C-4A52-9A33-B5E7F5F43550}" type="pres">
      <dgm:prSet presAssocID="{3AA51C43-EF40-48C8-BB55-54FA0E0DFFC4}" presName="sibTrans" presStyleCnt="0"/>
      <dgm:spPr/>
    </dgm:pt>
    <dgm:pt modelId="{23D650EE-5034-48E3-A70C-19F6AD0635D6}" type="pres">
      <dgm:prSet presAssocID="{34CD785C-51C5-426F-9420-4916C8689348}" presName="node" presStyleLbl="node1" presStyleIdx="1" presStyleCnt="2">
        <dgm:presLayoutVars>
          <dgm:bulletEnabled val="1"/>
        </dgm:presLayoutVars>
      </dgm:prSet>
      <dgm:spPr/>
    </dgm:pt>
  </dgm:ptLst>
  <dgm:cxnLst>
    <dgm:cxn modelId="{C0DE841E-F7EB-4DDF-A062-95360FF980A5}" srcId="{46F304C6-E904-4D5D-AB78-E0767669471B}" destId="{BD2F7254-90D9-4F2A-80BB-C309DFA144A8}" srcOrd="0" destOrd="0" parTransId="{6E4E2329-C8F7-4828-9ED2-203D970ED803}" sibTransId="{E211AB9F-9167-44B0-894A-6D2069268876}"/>
    <dgm:cxn modelId="{1D727D33-455C-440B-A45C-D27FBD81D8CA}" type="presOf" srcId="{46F304C6-E904-4D5D-AB78-E0767669471B}" destId="{4625A79E-79D2-426F-B979-9CDDB9456417}" srcOrd="0" destOrd="0" presId="urn:microsoft.com/office/officeart/2005/8/layout/hList6"/>
    <dgm:cxn modelId="{1F732D6F-32BC-41B9-A5AD-9D34F291469F}" type="presOf" srcId="{BD2F7254-90D9-4F2A-80BB-C309DFA144A8}" destId="{4625A79E-79D2-426F-B979-9CDDB9456417}" srcOrd="0" destOrd="1" presId="urn:microsoft.com/office/officeart/2005/8/layout/hList6"/>
    <dgm:cxn modelId="{48228671-E838-4F03-9B21-0CBA97D33321}" type="presOf" srcId="{C1373759-EF5D-4DBE-BD29-8BC0E02E4E1E}" destId="{F865E177-4378-4CFB-BC26-E8BD8F0883D7}" srcOrd="0" destOrd="0" presId="urn:microsoft.com/office/officeart/2005/8/layout/hList6"/>
    <dgm:cxn modelId="{01A1E053-F081-4347-8CB8-64F5681EB406}" srcId="{46F304C6-E904-4D5D-AB78-E0767669471B}" destId="{52C27D7B-8EFF-44C4-94B3-72CDEE1D739F}" srcOrd="4" destOrd="0" parTransId="{C9FA517F-2659-46BD-AB40-67BC6996F519}" sibTransId="{D116D6CC-B4F9-4DDC-91AE-CE5393A2C25C}"/>
    <dgm:cxn modelId="{AB958577-A71A-4C68-8C2E-8C75DE7718EC}" type="presOf" srcId="{34CD785C-51C5-426F-9420-4916C8689348}" destId="{23D650EE-5034-48E3-A70C-19F6AD0635D6}" srcOrd="0" destOrd="0" presId="urn:microsoft.com/office/officeart/2005/8/layout/hList6"/>
    <dgm:cxn modelId="{5F481F58-A2D2-48F3-950A-EAC70CF34AA6}" srcId="{46F304C6-E904-4D5D-AB78-E0767669471B}" destId="{7D09DBD8-23D4-4529-8A5E-F6E3223C4FC3}" srcOrd="6" destOrd="0" parTransId="{7B91F015-56A3-4872-96BC-7CCCD0239301}" sibTransId="{B63FB051-FEC7-42B4-9F9C-7D466891A927}"/>
    <dgm:cxn modelId="{6817E27F-D241-46AB-8BF4-7AA3430E02CE}" type="presOf" srcId="{2F771D2E-981E-4A5A-A624-5FC9B8EAC461}" destId="{23D650EE-5034-48E3-A70C-19F6AD0635D6}" srcOrd="0" destOrd="1" presId="urn:microsoft.com/office/officeart/2005/8/layout/hList6"/>
    <dgm:cxn modelId="{79B85A83-FC35-4CDD-97E5-66891F39B0DC}" srcId="{C1373759-EF5D-4DBE-BD29-8BC0E02E4E1E}" destId="{34CD785C-51C5-426F-9420-4916C8689348}" srcOrd="1" destOrd="0" parTransId="{7C51959E-FA19-4216-A00E-50454EED40F9}" sibTransId="{2B012634-9B3F-4832-B7E5-0264DF12EA0D}"/>
    <dgm:cxn modelId="{EFA66E84-AA3C-4BE7-8B29-23E4C2B04317}" type="presOf" srcId="{75D17A91-BFE4-4D92-B742-A5B4722EE6E2}" destId="{4625A79E-79D2-426F-B979-9CDDB9456417}" srcOrd="0" destOrd="3" presId="urn:microsoft.com/office/officeart/2005/8/layout/hList6"/>
    <dgm:cxn modelId="{C3C4B68C-510E-4B9D-B82E-06E813EB91A4}" srcId="{46F304C6-E904-4D5D-AB78-E0767669471B}" destId="{726B4B1C-754A-4716-8782-AB3B94B34F8B}" srcOrd="5" destOrd="0" parTransId="{4ADECFAA-C27C-436C-B474-16EB013CFE49}" sibTransId="{8F44B6BC-9A62-4208-BDCB-D9887CF20B10}"/>
    <dgm:cxn modelId="{E0B1ED91-F56C-4267-AFD7-F9A07896DE43}" type="presOf" srcId="{68B767A9-6527-4086-8C49-CC1166FCF0F8}" destId="{4625A79E-79D2-426F-B979-9CDDB9456417}" srcOrd="0" destOrd="2" presId="urn:microsoft.com/office/officeart/2005/8/layout/hList6"/>
    <dgm:cxn modelId="{47BAE796-9298-443F-9CB2-0B2CEC03F009}" type="presOf" srcId="{E8555332-A946-42FE-8893-FC8E6C9FD998}" destId="{4625A79E-79D2-426F-B979-9CDDB9456417}" srcOrd="0" destOrd="4" presId="urn:microsoft.com/office/officeart/2005/8/layout/hList6"/>
    <dgm:cxn modelId="{AB4C65D4-DE9E-4C42-A116-CDD95AFB9601}" type="presOf" srcId="{7D09DBD8-23D4-4529-8A5E-F6E3223C4FC3}" destId="{4625A79E-79D2-426F-B979-9CDDB9456417}" srcOrd="0" destOrd="7" presId="urn:microsoft.com/office/officeart/2005/8/layout/hList6"/>
    <dgm:cxn modelId="{7A0FE2D7-8BF6-4C16-AA8C-E548D1D32C9C}" srcId="{46F304C6-E904-4D5D-AB78-E0767669471B}" destId="{68B767A9-6527-4086-8C49-CC1166FCF0F8}" srcOrd="1" destOrd="0" parTransId="{8BA031E2-872C-40DD-BF75-B2C12EB72DDD}" sibTransId="{9B727F48-F1CE-4549-BBB5-88AEE293AE63}"/>
    <dgm:cxn modelId="{DF804CDE-0758-49CB-ADB3-D88EE6095C79}" srcId="{C1373759-EF5D-4DBE-BD29-8BC0E02E4E1E}" destId="{46F304C6-E904-4D5D-AB78-E0767669471B}" srcOrd="0" destOrd="0" parTransId="{BB957357-EDB8-4352-82BC-5489560A9CF9}" sibTransId="{3AA51C43-EF40-48C8-BB55-54FA0E0DFFC4}"/>
    <dgm:cxn modelId="{069DF4DE-3B41-463C-8B31-2D162208E184}" type="presOf" srcId="{726B4B1C-754A-4716-8782-AB3B94B34F8B}" destId="{4625A79E-79D2-426F-B979-9CDDB9456417}" srcOrd="0" destOrd="6" presId="urn:microsoft.com/office/officeart/2005/8/layout/hList6"/>
    <dgm:cxn modelId="{D8A11FE6-29A0-4B78-A440-D8AB3B6D3E7B}" srcId="{34CD785C-51C5-426F-9420-4916C8689348}" destId="{2F771D2E-981E-4A5A-A624-5FC9B8EAC461}" srcOrd="0" destOrd="0" parTransId="{1864B9E8-C536-4B95-AADE-FA1F7D2EE331}" sibTransId="{7CF3AC5E-FF8A-4F54-A2C9-27CD2828C715}"/>
    <dgm:cxn modelId="{5A2C26EF-AA78-4415-88FE-7BCA85B25D7B}" srcId="{46F304C6-E904-4D5D-AB78-E0767669471B}" destId="{E8555332-A946-42FE-8893-FC8E6C9FD998}" srcOrd="3" destOrd="0" parTransId="{55F68182-FBC9-499D-85D4-74CB79B5CC33}" sibTransId="{77B32A34-5BB7-46BF-9BCB-D08520B86E9A}"/>
    <dgm:cxn modelId="{AD7AEBF0-B857-45B6-8BD6-94074D951DFF}" srcId="{46F304C6-E904-4D5D-AB78-E0767669471B}" destId="{75D17A91-BFE4-4D92-B742-A5B4722EE6E2}" srcOrd="2" destOrd="0" parTransId="{744CBA4B-9704-4330-96A0-1D17B248FB6B}" sibTransId="{DC52A3A9-299A-42D3-A309-20FC5E0037D3}"/>
    <dgm:cxn modelId="{867795FB-34C2-4532-966D-EAB916EBBC29}" type="presOf" srcId="{52C27D7B-8EFF-44C4-94B3-72CDEE1D739F}" destId="{4625A79E-79D2-426F-B979-9CDDB9456417}" srcOrd="0" destOrd="5" presId="urn:microsoft.com/office/officeart/2005/8/layout/hList6"/>
    <dgm:cxn modelId="{650C5A71-FE34-42FB-B044-4753F98C1B6F}" type="presParOf" srcId="{F865E177-4378-4CFB-BC26-E8BD8F0883D7}" destId="{4625A79E-79D2-426F-B979-9CDDB9456417}" srcOrd="0" destOrd="0" presId="urn:microsoft.com/office/officeart/2005/8/layout/hList6"/>
    <dgm:cxn modelId="{D7410EF8-BB43-4F10-B75D-4170D183EA50}" type="presParOf" srcId="{F865E177-4378-4CFB-BC26-E8BD8F0883D7}" destId="{F8B1B9A4-D57C-4A52-9A33-B5E7F5F43550}" srcOrd="1" destOrd="0" presId="urn:microsoft.com/office/officeart/2005/8/layout/hList6"/>
    <dgm:cxn modelId="{C1F569B8-BDA2-4242-B3FF-4BBBEB7941BE}" type="presParOf" srcId="{F865E177-4378-4CFB-BC26-E8BD8F0883D7}" destId="{23D650EE-5034-48E3-A70C-19F6AD0635D6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E45849-5D6E-42F2-BBC9-BD7D640685FF}" type="doc">
      <dgm:prSet loTypeId="urn:microsoft.com/office/officeart/2005/8/layout/venn1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F6BCA6D-92FE-4A3D-BCD3-6A7B4265D045}">
      <dgm:prSet phldrT="[Text]"/>
      <dgm:spPr/>
      <dgm:t>
        <a:bodyPr/>
        <a:lstStyle/>
        <a:p>
          <a:r>
            <a:rPr lang="en-US" b="1" dirty="0"/>
            <a:t>Learn the Basics of AI</a:t>
          </a:r>
        </a:p>
      </dgm:t>
    </dgm:pt>
    <dgm:pt modelId="{534579F2-6D7F-457C-9CF6-3750A3512990}" type="parTrans" cxnId="{DE7127F6-77EF-4423-B0A2-7B74E7C65A88}">
      <dgm:prSet/>
      <dgm:spPr/>
      <dgm:t>
        <a:bodyPr/>
        <a:lstStyle/>
        <a:p>
          <a:endParaRPr lang="en-US"/>
        </a:p>
      </dgm:t>
    </dgm:pt>
    <dgm:pt modelId="{4E858273-1731-471A-94D9-F1FF65926019}" type="sibTrans" cxnId="{DE7127F6-77EF-4423-B0A2-7B74E7C65A88}">
      <dgm:prSet/>
      <dgm:spPr/>
      <dgm:t>
        <a:bodyPr/>
        <a:lstStyle/>
        <a:p>
          <a:endParaRPr lang="en-US"/>
        </a:p>
      </dgm:t>
    </dgm:pt>
    <dgm:pt modelId="{C89C4EFD-2AE0-45F1-AE75-A8132B221D1F}">
      <dgm:prSet phldrT="[Text]"/>
      <dgm:spPr/>
      <dgm:t>
        <a:bodyPr/>
        <a:lstStyle/>
        <a:p>
          <a:r>
            <a:rPr lang="en-US" b="1" dirty="0"/>
            <a:t>Start using AI tools and apply it</a:t>
          </a:r>
        </a:p>
      </dgm:t>
    </dgm:pt>
    <dgm:pt modelId="{458A8963-A54F-4A10-A9F9-D57824E0258B}" type="parTrans" cxnId="{05A854BB-15F3-4854-A2EF-35D0C67DEBC7}">
      <dgm:prSet/>
      <dgm:spPr/>
      <dgm:t>
        <a:bodyPr/>
        <a:lstStyle/>
        <a:p>
          <a:endParaRPr lang="en-US"/>
        </a:p>
      </dgm:t>
    </dgm:pt>
    <dgm:pt modelId="{123A18E7-683D-4E43-8473-0B16B881E0A6}" type="sibTrans" cxnId="{05A854BB-15F3-4854-A2EF-35D0C67DEBC7}">
      <dgm:prSet/>
      <dgm:spPr/>
      <dgm:t>
        <a:bodyPr/>
        <a:lstStyle/>
        <a:p>
          <a:endParaRPr lang="en-US"/>
        </a:p>
      </dgm:t>
    </dgm:pt>
    <dgm:pt modelId="{9351A098-FCB4-4C74-898C-3E3E3E408CF6}">
      <dgm:prSet phldrT="[Text]"/>
      <dgm:spPr/>
      <dgm:t>
        <a:bodyPr/>
        <a:lstStyle/>
        <a:p>
          <a:r>
            <a:rPr lang="en-US" b="1"/>
            <a:t>Find the use cases</a:t>
          </a:r>
          <a:endParaRPr lang="en-US" b="1" dirty="0"/>
        </a:p>
      </dgm:t>
    </dgm:pt>
    <dgm:pt modelId="{40B67B15-CC36-4BC7-9FB0-9B9876C06A3C}" type="parTrans" cxnId="{9ADAB6AC-1B6F-479E-B563-97DB7DD3A8E5}">
      <dgm:prSet/>
      <dgm:spPr/>
      <dgm:t>
        <a:bodyPr/>
        <a:lstStyle/>
        <a:p>
          <a:endParaRPr lang="en-US"/>
        </a:p>
      </dgm:t>
    </dgm:pt>
    <dgm:pt modelId="{BB237109-EF3C-4534-AC4E-051A70CFC2F9}" type="sibTrans" cxnId="{9ADAB6AC-1B6F-479E-B563-97DB7DD3A8E5}">
      <dgm:prSet/>
      <dgm:spPr/>
      <dgm:t>
        <a:bodyPr/>
        <a:lstStyle/>
        <a:p>
          <a:endParaRPr lang="en-US"/>
        </a:p>
      </dgm:t>
    </dgm:pt>
    <dgm:pt modelId="{926A97D8-051E-4887-8550-C97CC9374DA8}" type="pres">
      <dgm:prSet presAssocID="{3DE45849-5D6E-42F2-BBC9-BD7D640685FF}" presName="compositeShape" presStyleCnt="0">
        <dgm:presLayoutVars>
          <dgm:chMax val="7"/>
          <dgm:dir/>
          <dgm:resizeHandles val="exact"/>
        </dgm:presLayoutVars>
      </dgm:prSet>
      <dgm:spPr/>
    </dgm:pt>
    <dgm:pt modelId="{B98F5FF5-FE74-4604-A400-CFBE3AD8089A}" type="pres">
      <dgm:prSet presAssocID="{EF6BCA6D-92FE-4A3D-BCD3-6A7B4265D045}" presName="circ1" presStyleLbl="vennNode1" presStyleIdx="0" presStyleCnt="3"/>
      <dgm:spPr/>
    </dgm:pt>
    <dgm:pt modelId="{643A7A8A-215B-4AA7-9A4B-937B1F6F8CD7}" type="pres">
      <dgm:prSet presAssocID="{EF6BCA6D-92FE-4A3D-BCD3-6A7B4265D04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B05240D-9561-4B57-A541-66AC4FD87B65}" type="pres">
      <dgm:prSet presAssocID="{9351A098-FCB4-4C74-898C-3E3E3E408CF6}" presName="circ2" presStyleLbl="vennNode1" presStyleIdx="1" presStyleCnt="3"/>
      <dgm:spPr/>
    </dgm:pt>
    <dgm:pt modelId="{F5BDCD40-F85A-4ADA-A3CF-2B3E25460613}" type="pres">
      <dgm:prSet presAssocID="{9351A098-FCB4-4C74-898C-3E3E3E408CF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1D9DEE1-6444-4C8C-8577-5B684D1B9519}" type="pres">
      <dgm:prSet presAssocID="{C89C4EFD-2AE0-45F1-AE75-A8132B221D1F}" presName="circ3" presStyleLbl="vennNode1" presStyleIdx="2" presStyleCnt="3"/>
      <dgm:spPr/>
    </dgm:pt>
    <dgm:pt modelId="{7642EAD5-0503-4F3E-A385-858BE973B8A3}" type="pres">
      <dgm:prSet presAssocID="{C89C4EFD-2AE0-45F1-AE75-A8132B221D1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534AD0D-E36F-44E8-93E9-5E1877E65781}" type="presOf" srcId="{C89C4EFD-2AE0-45F1-AE75-A8132B221D1F}" destId="{61D9DEE1-6444-4C8C-8577-5B684D1B9519}" srcOrd="0" destOrd="0" presId="urn:microsoft.com/office/officeart/2005/8/layout/venn1"/>
    <dgm:cxn modelId="{C04BDB30-A50F-4FE4-9247-06A776C2D911}" type="presOf" srcId="{EF6BCA6D-92FE-4A3D-BCD3-6A7B4265D045}" destId="{B98F5FF5-FE74-4604-A400-CFBE3AD8089A}" srcOrd="0" destOrd="0" presId="urn:microsoft.com/office/officeart/2005/8/layout/venn1"/>
    <dgm:cxn modelId="{15BE935E-48F7-47C6-8912-119F00CB5220}" type="presOf" srcId="{EF6BCA6D-92FE-4A3D-BCD3-6A7B4265D045}" destId="{643A7A8A-215B-4AA7-9A4B-937B1F6F8CD7}" srcOrd="1" destOrd="0" presId="urn:microsoft.com/office/officeart/2005/8/layout/venn1"/>
    <dgm:cxn modelId="{76601843-A706-4885-B76B-5BE26C36D954}" type="presOf" srcId="{9351A098-FCB4-4C74-898C-3E3E3E408CF6}" destId="{FB05240D-9561-4B57-A541-66AC4FD87B65}" srcOrd="0" destOrd="0" presId="urn:microsoft.com/office/officeart/2005/8/layout/venn1"/>
    <dgm:cxn modelId="{02E18845-D871-40D2-811A-B1403B70A27A}" type="presOf" srcId="{9351A098-FCB4-4C74-898C-3E3E3E408CF6}" destId="{F5BDCD40-F85A-4ADA-A3CF-2B3E25460613}" srcOrd="1" destOrd="0" presId="urn:microsoft.com/office/officeart/2005/8/layout/venn1"/>
    <dgm:cxn modelId="{9ADAB6AC-1B6F-479E-B563-97DB7DD3A8E5}" srcId="{3DE45849-5D6E-42F2-BBC9-BD7D640685FF}" destId="{9351A098-FCB4-4C74-898C-3E3E3E408CF6}" srcOrd="1" destOrd="0" parTransId="{40B67B15-CC36-4BC7-9FB0-9B9876C06A3C}" sibTransId="{BB237109-EF3C-4534-AC4E-051A70CFC2F9}"/>
    <dgm:cxn modelId="{05A854BB-15F3-4854-A2EF-35D0C67DEBC7}" srcId="{3DE45849-5D6E-42F2-BBC9-BD7D640685FF}" destId="{C89C4EFD-2AE0-45F1-AE75-A8132B221D1F}" srcOrd="2" destOrd="0" parTransId="{458A8963-A54F-4A10-A9F9-D57824E0258B}" sibTransId="{123A18E7-683D-4E43-8473-0B16B881E0A6}"/>
    <dgm:cxn modelId="{5AAD3EBE-BDDB-4B89-904F-CFE3ECDA5921}" type="presOf" srcId="{C89C4EFD-2AE0-45F1-AE75-A8132B221D1F}" destId="{7642EAD5-0503-4F3E-A385-858BE973B8A3}" srcOrd="1" destOrd="0" presId="urn:microsoft.com/office/officeart/2005/8/layout/venn1"/>
    <dgm:cxn modelId="{B71F7ADF-94DF-45E4-B20F-A9EA6DF326B1}" type="presOf" srcId="{3DE45849-5D6E-42F2-BBC9-BD7D640685FF}" destId="{926A97D8-051E-4887-8550-C97CC9374DA8}" srcOrd="0" destOrd="0" presId="urn:microsoft.com/office/officeart/2005/8/layout/venn1"/>
    <dgm:cxn modelId="{DE7127F6-77EF-4423-B0A2-7B74E7C65A88}" srcId="{3DE45849-5D6E-42F2-BBC9-BD7D640685FF}" destId="{EF6BCA6D-92FE-4A3D-BCD3-6A7B4265D045}" srcOrd="0" destOrd="0" parTransId="{534579F2-6D7F-457C-9CF6-3750A3512990}" sibTransId="{4E858273-1731-471A-94D9-F1FF65926019}"/>
    <dgm:cxn modelId="{A4F9C8AE-35DD-4217-B9B3-4059DDF4A495}" type="presParOf" srcId="{926A97D8-051E-4887-8550-C97CC9374DA8}" destId="{B98F5FF5-FE74-4604-A400-CFBE3AD8089A}" srcOrd="0" destOrd="0" presId="urn:microsoft.com/office/officeart/2005/8/layout/venn1"/>
    <dgm:cxn modelId="{E217067C-D427-41A3-AA1D-2C32FFF73210}" type="presParOf" srcId="{926A97D8-051E-4887-8550-C97CC9374DA8}" destId="{643A7A8A-215B-4AA7-9A4B-937B1F6F8CD7}" srcOrd="1" destOrd="0" presId="urn:microsoft.com/office/officeart/2005/8/layout/venn1"/>
    <dgm:cxn modelId="{2CBDA888-1FAB-4B3A-B92A-E659661011FD}" type="presParOf" srcId="{926A97D8-051E-4887-8550-C97CC9374DA8}" destId="{FB05240D-9561-4B57-A541-66AC4FD87B65}" srcOrd="2" destOrd="0" presId="urn:microsoft.com/office/officeart/2005/8/layout/venn1"/>
    <dgm:cxn modelId="{57FC6E45-720B-4BD5-A441-E986CA4D5478}" type="presParOf" srcId="{926A97D8-051E-4887-8550-C97CC9374DA8}" destId="{F5BDCD40-F85A-4ADA-A3CF-2B3E25460613}" srcOrd="3" destOrd="0" presId="urn:microsoft.com/office/officeart/2005/8/layout/venn1"/>
    <dgm:cxn modelId="{AA46817E-3CA5-4BF6-ABCE-D9985F9F5127}" type="presParOf" srcId="{926A97D8-051E-4887-8550-C97CC9374DA8}" destId="{61D9DEE1-6444-4C8C-8577-5B684D1B9519}" srcOrd="4" destOrd="0" presId="urn:microsoft.com/office/officeart/2005/8/layout/venn1"/>
    <dgm:cxn modelId="{70650953-1D20-4E17-A918-9031BD5BB0EA}" type="presParOf" srcId="{926A97D8-051E-4887-8550-C97CC9374DA8}" destId="{7642EAD5-0503-4F3E-A385-858BE973B8A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8206B-2659-4FCC-B2E3-457FA1F57794}">
      <dsp:nvSpPr>
        <dsp:cNvPr id="0" name=""/>
        <dsp:cNvSpPr/>
      </dsp:nvSpPr>
      <dsp:spPr>
        <a:xfrm>
          <a:off x="483478" y="705205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EE232-3330-4E13-93B6-1DCEAEC485BC}">
      <dsp:nvSpPr>
        <dsp:cNvPr id="0" name=""/>
        <dsp:cNvSpPr/>
      </dsp:nvSpPr>
      <dsp:spPr>
        <a:xfrm>
          <a:off x="0" y="1611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sp:txBody>
      <dsp:txXfrm>
        <a:off x="0" y="1611094"/>
        <a:ext cx="1800000" cy="720000"/>
      </dsp:txXfrm>
    </dsp:sp>
    <dsp:sp modelId="{75791870-2289-4B0C-B400-7D9A7ECFBCAE}">
      <dsp:nvSpPr>
        <dsp:cNvPr id="0" name=""/>
        <dsp:cNvSpPr/>
      </dsp:nvSpPr>
      <dsp:spPr>
        <a:xfrm>
          <a:off x="2630951" y="540621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DE939-9596-4EC8-88B5-458703019989}">
      <dsp:nvSpPr>
        <dsp:cNvPr id="0" name=""/>
        <dsp:cNvSpPr/>
      </dsp:nvSpPr>
      <dsp:spPr>
        <a:xfrm>
          <a:off x="213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sp:txBody>
      <dsp:txXfrm>
        <a:off x="2135951" y="1620749"/>
        <a:ext cx="1800000" cy="720000"/>
      </dsp:txXfrm>
    </dsp:sp>
    <dsp:sp modelId="{7F9BAFA7-A49C-4FE5-A0FF-856267DA0995}">
      <dsp:nvSpPr>
        <dsp:cNvPr id="0" name=""/>
        <dsp:cNvSpPr/>
      </dsp:nvSpPr>
      <dsp:spPr>
        <a:xfrm>
          <a:off x="4860501" y="53261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2E1BD-B452-4113-9727-7FCF81661EB2}">
      <dsp:nvSpPr>
        <dsp:cNvPr id="0" name=""/>
        <dsp:cNvSpPr/>
      </dsp:nvSpPr>
      <dsp:spPr>
        <a:xfrm>
          <a:off x="4365503" y="161273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sp:txBody>
      <dsp:txXfrm>
        <a:off x="4365503" y="1612736"/>
        <a:ext cx="1800000" cy="720000"/>
      </dsp:txXfrm>
    </dsp:sp>
    <dsp:sp modelId="{35128AF3-CDF2-4596-A7D9-9B2CCF907B5B}">
      <dsp:nvSpPr>
        <dsp:cNvPr id="0" name=""/>
        <dsp:cNvSpPr/>
      </dsp:nvSpPr>
      <dsp:spPr>
        <a:xfrm>
          <a:off x="6860951" y="540621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4B468-E453-4A51-9830-AE3EAF62C543}">
      <dsp:nvSpPr>
        <dsp:cNvPr id="0" name=""/>
        <dsp:cNvSpPr/>
      </dsp:nvSpPr>
      <dsp:spPr>
        <a:xfrm>
          <a:off x="636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sp:txBody>
      <dsp:txXfrm>
        <a:off x="6365951" y="1620749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0F8EA-6381-4466-AEB3-4531A5FA324B}">
      <dsp:nvSpPr>
        <dsp:cNvPr id="0" name=""/>
        <dsp:cNvSpPr/>
      </dsp:nvSpPr>
      <dsp:spPr>
        <a:xfrm>
          <a:off x="426" y="733316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can write production-ready code</a:t>
          </a:r>
          <a:endParaRPr lang="en-US" sz="1700" kern="1200" dirty="0"/>
        </a:p>
      </dsp:txBody>
      <dsp:txXfrm>
        <a:off x="426" y="733316"/>
        <a:ext cx="1662760" cy="997656"/>
      </dsp:txXfrm>
    </dsp:sp>
    <dsp:sp modelId="{14160D0E-3AF1-44F6-AEFF-22669F867B66}">
      <dsp:nvSpPr>
        <dsp:cNvPr id="0" name=""/>
        <dsp:cNvSpPr/>
      </dsp:nvSpPr>
      <dsp:spPr>
        <a:xfrm>
          <a:off x="1829462" y="733316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 can generate test cases from Jira stories</a:t>
          </a:r>
        </a:p>
      </dsp:txBody>
      <dsp:txXfrm>
        <a:off x="1829462" y="733316"/>
        <a:ext cx="1662760" cy="997656"/>
      </dsp:txXfrm>
    </dsp:sp>
    <dsp:sp modelId="{32FEDBF9-14A7-48EE-BC28-9EFD5942EBBF}">
      <dsp:nvSpPr>
        <dsp:cNvPr id="0" name=""/>
        <dsp:cNvSpPr/>
      </dsp:nvSpPr>
      <dsp:spPr>
        <a:xfrm>
          <a:off x="426" y="1897248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can debug your stack trace</a:t>
          </a:r>
        </a:p>
      </dsp:txBody>
      <dsp:txXfrm>
        <a:off x="426" y="1897248"/>
        <a:ext cx="1662760" cy="997656"/>
      </dsp:txXfrm>
    </dsp:sp>
    <dsp:sp modelId="{7221949F-7D57-4E74-9F6D-80894DD90223}">
      <dsp:nvSpPr>
        <dsp:cNvPr id="0" name=""/>
        <dsp:cNvSpPr/>
      </dsp:nvSpPr>
      <dsp:spPr>
        <a:xfrm>
          <a:off x="1829462" y="1897248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can build entire workflows</a:t>
          </a:r>
        </a:p>
      </dsp:txBody>
      <dsp:txXfrm>
        <a:off x="1829462" y="1897248"/>
        <a:ext cx="1662760" cy="9976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27AE7-1C99-48F8-A854-F3F00F272B02}">
      <dsp:nvSpPr>
        <dsp:cNvPr id="0" name=""/>
        <dsp:cNvSpPr/>
      </dsp:nvSpPr>
      <dsp:spPr>
        <a:xfrm>
          <a:off x="901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EAB0A-A89C-4B85-82F6-DAA6F2F8F180}">
      <dsp:nvSpPr>
        <dsp:cNvPr id="0" name=""/>
        <dsp:cNvSpPr/>
      </dsp:nvSpPr>
      <dsp:spPr>
        <a:xfrm>
          <a:off x="85958" y="323746"/>
          <a:ext cx="680455" cy="680455"/>
        </a:xfrm>
        <a:prstGeom prst="pie">
          <a:avLst>
            <a:gd name="adj1" fmla="val 1404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9A037-5C76-4EB8-88C2-D431F6355BB3}">
      <dsp:nvSpPr>
        <dsp:cNvPr id="0" name=""/>
        <dsp:cNvSpPr/>
      </dsp:nvSpPr>
      <dsp:spPr>
        <a:xfrm rot="16200000">
          <a:off x="-977252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is system design with intelligence inside it.</a:t>
          </a:r>
          <a:endParaRPr lang="en-US" sz="1200" kern="1200" dirty="0"/>
        </a:p>
      </dsp:txBody>
      <dsp:txXfrm>
        <a:off x="-977252" y="2152470"/>
        <a:ext cx="2466650" cy="510341"/>
      </dsp:txXfrm>
    </dsp:sp>
    <dsp:sp modelId="{CBFEAF1F-8DE5-493E-BE26-D8079863B524}">
      <dsp:nvSpPr>
        <dsp:cNvPr id="0" name=""/>
        <dsp:cNvSpPr/>
      </dsp:nvSpPr>
      <dsp:spPr>
        <a:xfrm>
          <a:off x="851470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273AF-35FC-4B02-9290-1185A4B2DD2D}">
      <dsp:nvSpPr>
        <dsp:cNvPr id="0" name=""/>
        <dsp:cNvSpPr/>
      </dsp:nvSpPr>
      <dsp:spPr>
        <a:xfrm>
          <a:off x="936527" y="323746"/>
          <a:ext cx="680455" cy="680455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7ADE1-7042-49C1-B507-4374F8755579}">
      <dsp:nvSpPr>
        <dsp:cNvPr id="0" name=""/>
        <dsp:cNvSpPr/>
      </dsp:nvSpPr>
      <dsp:spPr>
        <a:xfrm rot="16200000">
          <a:off x="-126683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Tools like Claude are introducing workflow-based agents.</a:t>
          </a:r>
        </a:p>
      </dsp:txBody>
      <dsp:txXfrm>
        <a:off x="-126683" y="2152470"/>
        <a:ext cx="2466650" cy="510341"/>
      </dsp:txXfrm>
    </dsp:sp>
    <dsp:sp modelId="{AA5CCBED-2001-4D40-9A50-B7C340EA7D39}">
      <dsp:nvSpPr>
        <dsp:cNvPr id="0" name=""/>
        <dsp:cNvSpPr/>
      </dsp:nvSpPr>
      <dsp:spPr>
        <a:xfrm>
          <a:off x="1702039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66E4D-F467-4BCB-9D62-7543BFF8ABB9}">
      <dsp:nvSpPr>
        <dsp:cNvPr id="0" name=""/>
        <dsp:cNvSpPr/>
      </dsp:nvSpPr>
      <dsp:spPr>
        <a:xfrm>
          <a:off x="1787096" y="323746"/>
          <a:ext cx="680455" cy="680455"/>
        </a:xfrm>
        <a:prstGeom prst="pie">
          <a:avLst>
            <a:gd name="adj1" fmla="val 972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A4AFB-EC4A-484A-889D-6C8E382966D2}">
      <dsp:nvSpPr>
        <dsp:cNvPr id="0" name=""/>
        <dsp:cNvSpPr/>
      </dsp:nvSpPr>
      <dsp:spPr>
        <a:xfrm rot="16200000">
          <a:off x="723885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Open-source communities are building “Open Claw” style stacks.</a:t>
          </a:r>
        </a:p>
      </dsp:txBody>
      <dsp:txXfrm>
        <a:off x="723885" y="2152470"/>
        <a:ext cx="2466650" cy="510341"/>
      </dsp:txXfrm>
    </dsp:sp>
    <dsp:sp modelId="{8D904D4C-F1F0-452E-BEC4-A8B71E97192A}">
      <dsp:nvSpPr>
        <dsp:cNvPr id="0" name=""/>
        <dsp:cNvSpPr/>
      </dsp:nvSpPr>
      <dsp:spPr>
        <a:xfrm>
          <a:off x="2552609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965B2-87A1-4A9A-BEC9-B75F7D9F442E}">
      <dsp:nvSpPr>
        <dsp:cNvPr id="0" name=""/>
        <dsp:cNvSpPr/>
      </dsp:nvSpPr>
      <dsp:spPr>
        <a:xfrm>
          <a:off x="2637665" y="323746"/>
          <a:ext cx="680455" cy="680455"/>
        </a:xfrm>
        <a:prstGeom prst="pie">
          <a:avLst>
            <a:gd name="adj1" fmla="val 756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B1329-E1C7-4B93-86F3-CF44B03E4802}">
      <dsp:nvSpPr>
        <dsp:cNvPr id="0" name=""/>
        <dsp:cNvSpPr/>
      </dsp:nvSpPr>
      <dsp:spPr>
        <a:xfrm rot="16200000">
          <a:off x="1574454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Retrieval pipelines are evolving beyond just vector search.</a:t>
          </a:r>
        </a:p>
      </dsp:txBody>
      <dsp:txXfrm>
        <a:off x="1574454" y="2152470"/>
        <a:ext cx="2466650" cy="510341"/>
      </dsp:txXfrm>
    </dsp:sp>
    <dsp:sp modelId="{DB505B9E-AAD6-4F14-B613-B61477575D9A}">
      <dsp:nvSpPr>
        <dsp:cNvPr id="0" name=""/>
        <dsp:cNvSpPr/>
      </dsp:nvSpPr>
      <dsp:spPr>
        <a:xfrm>
          <a:off x="3403178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14A46-B9A3-4B71-BF74-3A39BE848A49}">
      <dsp:nvSpPr>
        <dsp:cNvPr id="0" name=""/>
        <dsp:cNvSpPr/>
      </dsp:nvSpPr>
      <dsp:spPr>
        <a:xfrm>
          <a:off x="3488235" y="323746"/>
          <a:ext cx="680455" cy="68045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D3054-6E16-4F6F-8110-4DFCE95A9E8E}">
      <dsp:nvSpPr>
        <dsp:cNvPr id="0" name=""/>
        <dsp:cNvSpPr/>
      </dsp:nvSpPr>
      <dsp:spPr>
        <a:xfrm rot="16200000">
          <a:off x="2425023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Agents are being given memory, feedback loops, autonomy.</a:t>
          </a:r>
        </a:p>
      </dsp:txBody>
      <dsp:txXfrm>
        <a:off x="2425023" y="2152470"/>
        <a:ext cx="2466650" cy="5103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04156-5FD7-431D-95C5-3DAF7481947B}">
      <dsp:nvSpPr>
        <dsp:cNvPr id="0" name=""/>
        <dsp:cNvSpPr/>
      </dsp:nvSpPr>
      <dsp:spPr>
        <a:xfrm>
          <a:off x="2283" y="787917"/>
          <a:ext cx="2226747" cy="857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GitHub Spec Kit Approach</a:t>
          </a:r>
          <a:endParaRPr lang="en-US" sz="1800" kern="1200" dirty="0"/>
        </a:p>
      </dsp:txBody>
      <dsp:txXfrm>
        <a:off x="2283" y="787917"/>
        <a:ext cx="2226747" cy="857250"/>
      </dsp:txXfrm>
    </dsp:sp>
    <dsp:sp modelId="{BFB822DA-FA31-48AD-8F45-3C0C0F785502}">
      <dsp:nvSpPr>
        <dsp:cNvPr id="0" name=""/>
        <dsp:cNvSpPr/>
      </dsp:nvSpPr>
      <dsp:spPr>
        <a:xfrm>
          <a:off x="2283" y="1645167"/>
          <a:ext cx="2226747" cy="12105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b="0" i="0" kern="1200" dirty="0"/>
            <a:t>Spec Kit Approach</a:t>
          </a:r>
          <a:r>
            <a:rPr lang="en-US" sz="1800" b="0" i="0" kern="1200" dirty="0"/>
            <a:t>: Stop guessing and start specifying</a:t>
          </a:r>
          <a:endParaRPr lang="en-US" sz="1800" kern="1200" dirty="0"/>
        </a:p>
      </dsp:txBody>
      <dsp:txXfrm>
        <a:off x="2283" y="1645167"/>
        <a:ext cx="2226747" cy="1210545"/>
      </dsp:txXfrm>
    </dsp:sp>
    <dsp:sp modelId="{1C43EE04-93AA-4E22-A4BC-27552E558CF1}">
      <dsp:nvSpPr>
        <dsp:cNvPr id="0" name=""/>
        <dsp:cNvSpPr/>
      </dsp:nvSpPr>
      <dsp:spPr>
        <a:xfrm>
          <a:off x="2540776" y="787917"/>
          <a:ext cx="2226747" cy="857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AI Music Generation Architecture</a:t>
          </a:r>
          <a:endParaRPr lang="en-US" sz="1800" kern="1200" dirty="0"/>
        </a:p>
      </dsp:txBody>
      <dsp:txXfrm>
        <a:off x="2540776" y="787917"/>
        <a:ext cx="2226747" cy="857250"/>
      </dsp:txXfrm>
    </dsp:sp>
    <dsp:sp modelId="{47A24347-CEF7-4303-AC69-D3FBF580854A}">
      <dsp:nvSpPr>
        <dsp:cNvPr id="0" name=""/>
        <dsp:cNvSpPr/>
      </dsp:nvSpPr>
      <dsp:spPr>
        <a:xfrm>
          <a:off x="2540776" y="1645167"/>
          <a:ext cx="2226747" cy="12105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kern="1200" dirty="0"/>
            <a:t>Transforming Text Prompts into Audio</a:t>
          </a:r>
          <a:endParaRPr lang="en-US" sz="1800" kern="1200" dirty="0"/>
        </a:p>
      </dsp:txBody>
      <dsp:txXfrm>
        <a:off x="2540776" y="1645167"/>
        <a:ext cx="2226747" cy="1210545"/>
      </dsp:txXfrm>
    </dsp:sp>
    <dsp:sp modelId="{DFA20D3E-FA51-4D83-A4DE-4F0A78B28181}">
      <dsp:nvSpPr>
        <dsp:cNvPr id="0" name=""/>
        <dsp:cNvSpPr/>
      </dsp:nvSpPr>
      <dsp:spPr>
        <a:xfrm>
          <a:off x="5079268" y="787917"/>
          <a:ext cx="2226747" cy="857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Knowledge Graph</a:t>
          </a:r>
          <a:endParaRPr lang="en-US" sz="1800" b="1" kern="1200" dirty="0"/>
        </a:p>
      </dsp:txBody>
      <dsp:txXfrm>
        <a:off x="5079268" y="787917"/>
        <a:ext cx="2226747" cy="857250"/>
      </dsp:txXfrm>
    </dsp:sp>
    <dsp:sp modelId="{51ED3853-5AB2-41B7-B1A8-846B4E76C9EF}">
      <dsp:nvSpPr>
        <dsp:cNvPr id="0" name=""/>
        <dsp:cNvSpPr/>
      </dsp:nvSpPr>
      <dsp:spPr>
        <a:xfrm>
          <a:off x="5079268" y="1645167"/>
          <a:ext cx="2226747" cy="12105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b="0" i="0" kern="1200"/>
            <a:t>Let's build Knowledge Graph</a:t>
          </a:r>
          <a:endParaRPr lang="en-US" sz="1800" kern="1200" dirty="0"/>
        </a:p>
      </dsp:txBody>
      <dsp:txXfrm>
        <a:off x="5079268" y="1645167"/>
        <a:ext cx="2226747" cy="12105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94BC5-9E55-477C-BBC3-87D60C136C21}">
      <dsp:nvSpPr>
        <dsp:cNvPr id="0" name=""/>
        <dsp:cNvSpPr/>
      </dsp:nvSpPr>
      <dsp:spPr>
        <a:xfrm>
          <a:off x="163654" y="2005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When cloud computing came: “Data centers will disappear. Infra teams are finished.”</a:t>
          </a:r>
        </a:p>
      </dsp:txBody>
      <dsp:txXfrm>
        <a:off x="163654" y="2005"/>
        <a:ext cx="1812104" cy="1087262"/>
      </dsp:txXfrm>
    </dsp:sp>
    <dsp:sp modelId="{2AD7F308-C66C-4607-9FCC-5924B644D576}">
      <dsp:nvSpPr>
        <dsp:cNvPr id="0" name=""/>
        <dsp:cNvSpPr/>
      </dsp:nvSpPr>
      <dsp:spPr>
        <a:xfrm>
          <a:off x="2156969" y="2005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What happened instead?</a:t>
          </a:r>
          <a:br>
            <a:rPr lang="en-US" sz="1200" kern="1200"/>
          </a:br>
          <a:r>
            <a:rPr lang="en-US" sz="1200" kern="1200"/>
            <a:t>Cloud architects became the highest paid professionals.</a:t>
          </a:r>
        </a:p>
      </dsp:txBody>
      <dsp:txXfrm>
        <a:off x="2156969" y="2005"/>
        <a:ext cx="1812104" cy="1087262"/>
      </dsp:txXfrm>
    </dsp:sp>
    <dsp:sp modelId="{E9ACBB09-17B6-4C51-A892-7F6ACC0A4BB9}">
      <dsp:nvSpPr>
        <dsp:cNvPr id="0" name=""/>
        <dsp:cNvSpPr/>
      </dsp:nvSpPr>
      <dsp:spPr>
        <a:xfrm>
          <a:off x="163654" y="1270479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When DevOps came: “Ops is dead.”</a:t>
          </a:r>
        </a:p>
      </dsp:txBody>
      <dsp:txXfrm>
        <a:off x="163654" y="1270479"/>
        <a:ext cx="1812104" cy="1087262"/>
      </dsp:txXfrm>
    </dsp:sp>
    <dsp:sp modelId="{E986546D-153D-419D-AC9B-82BA01F2C117}">
      <dsp:nvSpPr>
        <dsp:cNvPr id="0" name=""/>
        <dsp:cNvSpPr/>
      </dsp:nvSpPr>
      <dsp:spPr>
        <a:xfrm>
          <a:off x="2156969" y="1270479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Instead?</a:t>
          </a:r>
          <a:br>
            <a:rPr lang="en-US" sz="1200" kern="1200"/>
          </a:br>
          <a:r>
            <a:rPr lang="en-US" sz="1200" kern="1200"/>
            <a:t>Platform engineers became indispensable.</a:t>
          </a:r>
        </a:p>
      </dsp:txBody>
      <dsp:txXfrm>
        <a:off x="2156969" y="1270479"/>
        <a:ext cx="1812104" cy="1087262"/>
      </dsp:txXfrm>
    </dsp:sp>
    <dsp:sp modelId="{B8D8531D-C4F5-4EB2-AE51-385070AA84B4}">
      <dsp:nvSpPr>
        <dsp:cNvPr id="0" name=""/>
        <dsp:cNvSpPr/>
      </dsp:nvSpPr>
      <dsp:spPr>
        <a:xfrm>
          <a:off x="163654" y="2538952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Now it’s AI.</a:t>
          </a:r>
        </a:p>
      </dsp:txBody>
      <dsp:txXfrm>
        <a:off x="163654" y="2538952"/>
        <a:ext cx="1812104" cy="1087262"/>
      </dsp:txXfrm>
    </dsp:sp>
    <dsp:sp modelId="{66FE83DE-CA67-492F-9F9B-FCF62A683B28}">
      <dsp:nvSpPr>
        <dsp:cNvPr id="0" name=""/>
        <dsp:cNvSpPr/>
      </dsp:nvSpPr>
      <dsp:spPr>
        <a:xfrm>
          <a:off x="2156969" y="2538952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And here’s the truth from a data leadership lens: The demand is not reducing.</a:t>
          </a:r>
          <a:br>
            <a:rPr lang="en-US" sz="1200" kern="1200" dirty="0"/>
          </a:br>
          <a:r>
            <a:rPr lang="en-US" sz="1200" kern="1200" dirty="0"/>
            <a:t>The skill expectations are increasing.</a:t>
          </a:r>
        </a:p>
      </dsp:txBody>
      <dsp:txXfrm>
        <a:off x="2156969" y="2538952"/>
        <a:ext cx="1812104" cy="10872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5A79E-79D2-426F-B979-9CDDB9456417}">
      <dsp:nvSpPr>
        <dsp:cNvPr id="0" name=""/>
        <dsp:cNvSpPr/>
      </dsp:nvSpPr>
      <dsp:spPr>
        <a:xfrm rot="16200000">
          <a:off x="-1157795" y="1159608"/>
          <a:ext cx="4064000" cy="1744782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1979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Let me share a quick </a:t>
          </a:r>
          <a:r>
            <a:rPr lang="en-US" sz="1300" kern="1200"/>
            <a:t>example.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kern="1200" dirty="0"/>
            <a:t>A traditional backend engineer writes </a:t>
          </a:r>
          <a:r>
            <a:rPr lang="en-US" sz="1000" kern="1200"/>
            <a:t>APIs.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kern="1200" dirty="0"/>
            <a:t>A modern AI-native engineer: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Designs retrieval pipelines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Optimizes inference cost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Adds observability to agents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Implements guardrails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Fine-tunes workflows with feedback</a:t>
          </a:r>
        </a:p>
      </dsp:txBody>
      <dsp:txXfrm rot="5400000">
        <a:off x="1814" y="812799"/>
        <a:ext cx="1744782" cy="2438400"/>
      </dsp:txXfrm>
    </dsp:sp>
    <dsp:sp modelId="{23D650EE-5034-48E3-A70C-19F6AD0635D6}">
      <dsp:nvSpPr>
        <dsp:cNvPr id="0" name=""/>
        <dsp:cNvSpPr/>
      </dsp:nvSpPr>
      <dsp:spPr>
        <a:xfrm rot="16200000">
          <a:off x="717846" y="1159608"/>
          <a:ext cx="4064000" cy="1744782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1979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Same person.</a:t>
          </a:r>
          <a:br>
            <a:rPr lang="en-US" sz="1300" kern="1200" dirty="0"/>
          </a:br>
          <a:r>
            <a:rPr lang="en-US" sz="1300" kern="1200" dirty="0"/>
            <a:t>Different mindset.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kern="1200" dirty="0"/>
            <a:t>That mindset shift is what today is about.</a:t>
          </a:r>
        </a:p>
      </dsp:txBody>
      <dsp:txXfrm rot="5400000">
        <a:off x="1877455" y="812799"/>
        <a:ext cx="1744782" cy="24384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8F5FF5-FE74-4604-A400-CFBE3AD8089A}">
      <dsp:nvSpPr>
        <dsp:cNvPr id="0" name=""/>
        <dsp:cNvSpPr/>
      </dsp:nvSpPr>
      <dsp:spPr>
        <a:xfrm>
          <a:off x="811760" y="204132"/>
          <a:ext cx="2249682" cy="2249682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Learn the Basics of AI</a:t>
          </a:r>
        </a:p>
      </dsp:txBody>
      <dsp:txXfrm>
        <a:off x="1111718" y="597827"/>
        <a:ext cx="1649767" cy="1012357"/>
      </dsp:txXfrm>
    </dsp:sp>
    <dsp:sp modelId="{FB05240D-9561-4B57-A541-66AC4FD87B65}">
      <dsp:nvSpPr>
        <dsp:cNvPr id="0" name=""/>
        <dsp:cNvSpPr/>
      </dsp:nvSpPr>
      <dsp:spPr>
        <a:xfrm>
          <a:off x="1623521" y="1610184"/>
          <a:ext cx="2249682" cy="2249682"/>
        </a:xfrm>
        <a:prstGeom prst="ellipse">
          <a:avLst/>
        </a:prstGeom>
        <a:solidFill>
          <a:schemeClr val="accent3">
            <a:alpha val="50000"/>
            <a:hueOff val="-4991659"/>
            <a:satOff val="42307"/>
            <a:lumOff val="42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Find the use cases</a:t>
          </a:r>
          <a:endParaRPr lang="en-US" sz="2300" b="1" kern="1200" dirty="0"/>
        </a:p>
      </dsp:txBody>
      <dsp:txXfrm>
        <a:off x="2311549" y="2191352"/>
        <a:ext cx="1349809" cy="1237325"/>
      </dsp:txXfrm>
    </dsp:sp>
    <dsp:sp modelId="{61D9DEE1-6444-4C8C-8577-5B684D1B9519}">
      <dsp:nvSpPr>
        <dsp:cNvPr id="0" name=""/>
        <dsp:cNvSpPr/>
      </dsp:nvSpPr>
      <dsp:spPr>
        <a:xfrm>
          <a:off x="0" y="1610184"/>
          <a:ext cx="2249682" cy="2249682"/>
        </a:xfrm>
        <a:prstGeom prst="ellipse">
          <a:avLst/>
        </a:prstGeom>
        <a:solidFill>
          <a:schemeClr val="accent3">
            <a:alpha val="50000"/>
            <a:hueOff val="-9983318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Start using AI tools and apply it</a:t>
          </a:r>
        </a:p>
      </dsp:txBody>
      <dsp:txXfrm>
        <a:off x="211845" y="2191352"/>
        <a:ext cx="1349809" cy="12373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10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556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E3F0-3737-3FAA-D9AA-1C7E509D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D7680-E3FF-2B44-D51D-108234252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5D3E3-BDE5-3149-273A-CDF6F740F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71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DFAF-2D29-6355-8AEE-A8141DE7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EA66E-9C57-FF05-486A-D2E226A27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A6C5A-B917-AEA0-96BA-20653BE83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 want to say this clearly:</a:t>
            </a:r>
          </a:p>
          <a:p>
            <a:r>
              <a:rPr lang="en-US" dirty="0"/>
              <a:t>The fact that you are sitting here means you’re already ahead.</a:t>
            </a:r>
          </a:p>
          <a:p>
            <a:r>
              <a:rPr lang="en-US" dirty="0"/>
              <a:t>While many are scrolling LinkedIn debating whether AI is hype…</a:t>
            </a:r>
          </a:p>
          <a:p>
            <a:r>
              <a:rPr lang="en-US" dirty="0"/>
              <a:t>You chose to show up and build.</a:t>
            </a:r>
          </a:p>
          <a:p>
            <a:r>
              <a:rPr lang="en-US" dirty="0"/>
              <a:t>That matters.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05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https://www.microsoft.com/en-us/customers/search/?filters=business-need%3Aartificial-intelligence&amp;sortBy=PublishedDate+Desc</a:t>
            </a:r>
          </a:p>
          <a:p>
            <a:r>
              <a:rPr lang="en-US" dirty="0"/>
              <a:t>https://learn.microsoft.com/en-us/ai/?tabs=developer</a:t>
            </a:r>
          </a:p>
          <a:p>
            <a:r>
              <a:rPr lang="en-US" dirty="0"/>
              <a:t>https://www.kaggle.com/learn-guide/5-day-genai</a:t>
            </a:r>
          </a:p>
          <a:p>
            <a:r>
              <a:rPr lang="en-US" dirty="0"/>
              <a:t>https://aiskillsfest.event.microsoft.com/?wt.mc_id=aiskillsfest_eventpage_webpage_wwl_mslearn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70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 with blue Windows logo on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E2EE96-CAD6-46F7-AEB7-00C81021CC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144" y="478774"/>
            <a:ext cx="2020579" cy="373949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 defTabSz="6995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Title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AD98D2E-15E9-4E97-B820-4F26956CA8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989" y="1356413"/>
            <a:ext cx="6858000" cy="26545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spc="0" baseline="0">
                <a:solidFill>
                  <a:srgbClr val="08023F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385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5513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C65E-7596-4A41-9248-DD166CEB9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88431-E960-1E4B-8BB7-5BC05608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76383-C598-DB4D-B0E2-160CC478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365-2101-364F-915D-5DAD75855FD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279E3-09D7-FB4A-88BB-7E7C4595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6BA0-1D4D-6540-9FA7-B3009057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78E-F357-854C-A848-24845DDE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3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217" y="994975"/>
            <a:ext cx="7886700" cy="3599053"/>
          </a:xfrm>
        </p:spPr>
        <p:txBody>
          <a:bodyPr/>
          <a:lstStyle>
            <a:lvl1pPr marL="0" indent="0">
              <a:buFont typeface="Segoe UI Light" panose="020B0502040204020203" pitchFamily="34" charset="0"/>
              <a:buNone/>
              <a:defRPr/>
            </a:lvl1pPr>
            <a:lvl2pPr marL="342875" indent="0">
              <a:buFont typeface="Segoe UI Light" panose="020B0502040204020203" pitchFamily="34" charset="0"/>
              <a:buNone/>
              <a:defRPr/>
            </a:lvl2pPr>
            <a:lvl3pPr marL="685749" indent="0">
              <a:buFont typeface="Segoe UI Light" panose="020B0502040204020203" pitchFamily="34" charset="0"/>
              <a:buNone/>
              <a:defRPr/>
            </a:lvl3pPr>
            <a:lvl4pPr marL="1028624" indent="0"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Second level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5809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1637244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45795" y="1785598"/>
            <a:ext cx="3171825" cy="1216214"/>
          </a:xfrm>
        </p:spPr>
        <p:txBody>
          <a:bodyPr/>
          <a:lstStyle>
            <a:lvl1pPr>
              <a:defRPr sz="2700" spc="225">
                <a:ln w="15875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101D4-8AB1-8144-A02D-D1BE7844D5F4}"/>
              </a:ext>
            </a:extLst>
          </p:cNvPr>
          <p:cNvCxnSpPr>
            <a:cxnSpLocks/>
          </p:cNvCxnSpPr>
          <p:nvPr userDrawn="1"/>
        </p:nvCxnSpPr>
        <p:spPr>
          <a:xfrm>
            <a:off x="555404" y="4607719"/>
            <a:ext cx="80331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17996211-68BB-E531-3B92-02234698E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048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1799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0" r:id="rId7"/>
    <p:sldLayoutId id="2147483663" r:id="rId8"/>
    <p:sldLayoutId id="2147483664" r:id="rId9"/>
    <p:sldLayoutId id="214748366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linkedin.com/in/navaneethan-gopal-9b101612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credentials/certifications/azure-ai-fundamentals/?practice-assessment-type=certification&amp;wt.mc_id=MVP_366034" TargetMode="External"/><Relationship Id="rId3" Type="http://schemas.openxmlformats.org/officeDocument/2006/relationships/hyperlink" Target="https://developer.microsoft.com/en-us/offers/30-days-to-learn-it" TargetMode="External"/><Relationship Id="rId7" Type="http://schemas.openxmlformats.org/officeDocument/2006/relationships/hyperlink" Target="https://learn.microsoft.com/en-us/credentials/certifications/azure-fundamentals/?practice-assessment-type=certification&amp;wt.mc_id=MVP_366034" TargetMode="External"/><Relationship Id="rId2" Type="http://schemas.openxmlformats.org/officeDocument/2006/relationships/hyperlink" Target="https://learn.microsoft.com/en-us/training/modules/intro-to-azure-virtual-machines/?wt.mc_id=MVP_366034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n-us/credentials/browse/?levels=intermediate&amp;subjects=artificial-intelligence&amp;wt.mc_id=MVP_366034" TargetMode="External"/><Relationship Id="rId5" Type="http://schemas.openxmlformats.org/officeDocument/2006/relationships/hyperlink" Target="https://ignite.microsoft.com/en-US/home/?wt.mc_id=MVP_366034" TargetMode="External"/><Relationship Id="rId4" Type="http://schemas.openxmlformats.org/officeDocument/2006/relationships/hyperlink" Target="https://azure.microsoft.com/en-in/get-started/on-demand/?wt.mc_id=MVP_366034" TargetMode="External"/><Relationship Id="rId9" Type="http://schemas.openxmlformats.org/officeDocument/2006/relationships/hyperlink" Target="https://learn.microsoft.com/en-us/credentials/certifications/azure-data-fundamentals/?practice-assessment-type=certification&amp;wt.mc_id=MVP_366034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25.png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24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D380F26-78F6-3843-8106-B3DA368608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102394"/>
            <a:ext cx="2468828" cy="1828761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pic>
        <p:nvPicPr>
          <p:cNvPr id="35" name="Picture 34" descr="A picture containing linedrawing&#10;&#10;Description automatically generated">
            <a:extLst>
              <a:ext uri="{FF2B5EF4-FFF2-40B4-BE49-F238E27FC236}">
                <a16:creationId xmlns:a16="http://schemas.microsoft.com/office/drawing/2014/main" id="{97D2DFD9-BE9B-1541-BB47-A73DE9D73A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6953092" y="0"/>
            <a:ext cx="2108321" cy="2016655"/>
          </a:xfrm>
          <a:prstGeom prst="rect">
            <a:avLst/>
          </a:prstGeom>
        </p:spPr>
      </p:pic>
      <p:pic>
        <p:nvPicPr>
          <p:cNvPr id="37" name="Picture 36" descr="Shape, circle&#10;&#10;Description automatically generated">
            <a:extLst>
              <a:ext uri="{FF2B5EF4-FFF2-40B4-BE49-F238E27FC236}">
                <a16:creationId xmlns:a16="http://schemas.microsoft.com/office/drawing/2014/main" id="{EB7286E2-B465-4A46-83CB-3DEFAE9A9F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>
            <a:off x="7356201" y="3554146"/>
            <a:ext cx="1784353" cy="1486961"/>
          </a:xfrm>
          <a:prstGeom prst="rect">
            <a:avLst/>
          </a:prstGeom>
        </p:spPr>
      </p:pic>
      <p:pic>
        <p:nvPicPr>
          <p:cNvPr id="39" name="Picture 38" descr="A picture containing building, old, outdoor, black&#10;&#10;Description automatically generated">
            <a:extLst>
              <a:ext uri="{FF2B5EF4-FFF2-40B4-BE49-F238E27FC236}">
                <a16:creationId xmlns:a16="http://schemas.microsoft.com/office/drawing/2014/main" id="{60EA9BDF-44A6-8F4F-BA77-0A2B45342A7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07209" y="3959935"/>
            <a:ext cx="2254410" cy="1183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A1E8A5-D4CA-3F4C-953E-6F5B887146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11628" y="1392416"/>
            <a:ext cx="3410764" cy="1144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10054-C6CB-1F71-23A7-3DB3AFDDA0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5791" y="1931155"/>
            <a:ext cx="1563624" cy="15636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4B0CCF-32C0-B30F-4907-C7B66F095D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71139" y="1931155"/>
            <a:ext cx="1563624" cy="1563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69CCE-41C0-F3EB-9E95-AF9EFFD691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3262" y="2524559"/>
            <a:ext cx="2998438" cy="168662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5E43F856-7F34-61C1-36A6-A845FF00E8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54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73F3-1087-5F41-9751-401CD76E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75522"/>
            <a:ext cx="8191230" cy="98602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5400" dirty="0"/>
              <a:t>What we do?</a:t>
            </a:r>
          </a:p>
        </p:txBody>
      </p:sp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3EE64570-D3D5-429F-BE63-6B08BD3A5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24713"/>
              </p:ext>
            </p:extLst>
          </p:nvPr>
        </p:nvGraphicFramePr>
        <p:xfrm>
          <a:off x="480578" y="1461546"/>
          <a:ext cx="8186902" cy="2881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738053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6EDDC5-9770-3215-8939-3F016C192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60;p14">
            <a:extLst>
              <a:ext uri="{FF2B5EF4-FFF2-40B4-BE49-F238E27FC236}">
                <a16:creationId xmlns:a16="http://schemas.microsoft.com/office/drawing/2014/main" id="{1F4301B4-1588-316B-94C3-3608187AC799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Introduction</a:t>
            </a:r>
          </a:p>
        </p:txBody>
      </p:sp>
      <p:sp>
        <p:nvSpPr>
          <p:cNvPr id="1088" name="Google Shape;61;p14">
            <a:extLst>
              <a:ext uri="{FF2B5EF4-FFF2-40B4-BE49-F238E27FC236}">
                <a16:creationId xmlns:a16="http://schemas.microsoft.com/office/drawing/2014/main" id="{CFBA1E17-E178-4F3E-FB82-FC7A072A6C00}"/>
              </a:ext>
            </a:extLst>
          </p:cNvPr>
          <p:cNvSpPr txBox="1"/>
          <p:nvPr/>
        </p:nvSpPr>
        <p:spPr>
          <a:xfrm>
            <a:off x="331799" y="2704665"/>
            <a:ext cx="5349909" cy="10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latin typeface="Roboto" panose="02000000000000000000" pitchFamily="2" charset="0"/>
                <a:ea typeface="Roboto" panose="02000000000000000000" pitchFamily="2" charset="0"/>
                <a:cs typeface="Rubik"/>
                <a:sym typeface="Rubik"/>
              </a:rPr>
              <a:t>Navaneethan Gopal</a:t>
            </a:r>
            <a:endParaRPr sz="1000" b="1" dirty="0">
              <a:latin typeface="Roboto" panose="02000000000000000000" pitchFamily="2" charset="0"/>
              <a:ea typeface="Roboto" panose="02000000000000000000" pitchFamily="2" charset="0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latin typeface="Roboto Light" panose="02000000000000000000" pitchFamily="2" charset="0"/>
                <a:ea typeface="Roboto Light" panose="02000000000000000000" pitchFamily="2" charset="0"/>
                <a:cs typeface="Rubik Light"/>
                <a:sym typeface="Rubik Light"/>
              </a:rPr>
              <a:t>Data science Manager @ Ingram Micro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LinkedIn – </a:t>
            </a: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  <a:hlinkClick r:id="rId2"/>
              </a:rPr>
              <a:t>https://www.linkedin.com/in/navaneethan-gopal-9b101612/</a:t>
            </a:r>
            <a:endParaRPr lang="en-GB" sz="1100" u="sng" dirty="0">
              <a:solidFill>
                <a:schemeClr val="hlink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100" u="sng" dirty="0">
              <a:solidFill>
                <a:schemeClr val="hlink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Twitter - https://twitter.com/NavaneethhGopal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100" u="sng" dirty="0">
              <a:solidFill>
                <a:schemeClr val="hlink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1090" name="Google Shape;63;p14">
            <a:extLst>
              <a:ext uri="{FF2B5EF4-FFF2-40B4-BE49-F238E27FC236}">
                <a16:creationId xmlns:a16="http://schemas.microsoft.com/office/drawing/2014/main" id="{D6C32B37-07F8-D8FD-6A8C-F85C2671D77E}"/>
              </a:ext>
            </a:extLst>
          </p:cNvPr>
          <p:cNvSpPr txBox="1"/>
          <p:nvPr/>
        </p:nvSpPr>
        <p:spPr>
          <a:xfrm>
            <a:off x="2095499" y="761468"/>
            <a:ext cx="5991075" cy="2800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Experience in Analytics, AI OPs and data engineering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Microsoft AI MVP, Azure Dev Lead and Microsoft Certified - Azure and AI Engineer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Enthusiastic learner and tech community contributor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CF648-7772-AEF8-32A7-6FF0EC7DEE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4154" y="885589"/>
            <a:ext cx="1309870" cy="168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3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60;p14">
            <a:extLst>
              <a:ext uri="{FF2B5EF4-FFF2-40B4-BE49-F238E27FC236}">
                <a16:creationId xmlns:a16="http://schemas.microsoft.com/office/drawing/2014/main" id="{43E44705-115C-6826-8BE8-6CB31FC6FAA1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Introduction</a:t>
            </a:r>
          </a:p>
        </p:txBody>
      </p:sp>
      <p:sp>
        <p:nvSpPr>
          <p:cNvPr id="1088" name="Google Shape;61;p14">
            <a:extLst>
              <a:ext uri="{FF2B5EF4-FFF2-40B4-BE49-F238E27FC236}">
                <a16:creationId xmlns:a16="http://schemas.microsoft.com/office/drawing/2014/main" id="{7585A152-D2AF-4BFB-D232-03D453A7FF2A}"/>
              </a:ext>
            </a:extLst>
          </p:cNvPr>
          <p:cNvSpPr txBox="1"/>
          <p:nvPr/>
        </p:nvSpPr>
        <p:spPr>
          <a:xfrm>
            <a:off x="331799" y="2704665"/>
            <a:ext cx="5349909" cy="10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latin typeface="Roboto" panose="02000000000000000000" pitchFamily="2" charset="0"/>
                <a:ea typeface="Roboto" panose="02000000000000000000" pitchFamily="2" charset="0"/>
                <a:cs typeface="Rubik"/>
                <a:sym typeface="Rubik"/>
              </a:rPr>
              <a:t>Naveen Prabhu </a:t>
            </a:r>
            <a:r>
              <a:rPr lang="en-US" sz="1500" b="1" dirty="0" err="1">
                <a:latin typeface="Roboto" panose="02000000000000000000" pitchFamily="2" charset="0"/>
                <a:ea typeface="Roboto" panose="02000000000000000000" pitchFamily="2" charset="0"/>
                <a:cs typeface="Rubik"/>
                <a:sym typeface="Rubik"/>
              </a:rPr>
              <a:t>Chinnadurai</a:t>
            </a:r>
            <a:endParaRPr sz="1000" b="1" dirty="0">
              <a:latin typeface="Roboto" panose="02000000000000000000" pitchFamily="2" charset="0"/>
              <a:ea typeface="Roboto" panose="02000000000000000000" pitchFamily="2" charset="0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latin typeface="Roboto Light" panose="02000000000000000000" pitchFamily="2" charset="0"/>
                <a:ea typeface="Roboto Light" panose="02000000000000000000" pitchFamily="2" charset="0"/>
                <a:cs typeface="Rubik Light"/>
                <a:sym typeface="Rubik Light"/>
              </a:rPr>
              <a:t>Associate Manager @ Concentrix Catalyst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LinkedIn – https://www.linkedin.com/in/naveen-prabhu-chinnadurai/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1090" name="Google Shape;63;p14">
            <a:extLst>
              <a:ext uri="{FF2B5EF4-FFF2-40B4-BE49-F238E27FC236}">
                <a16:creationId xmlns:a16="http://schemas.microsoft.com/office/drawing/2014/main" id="{B9A7FAC8-B269-EBCA-497D-9A35B080FBFC}"/>
              </a:ext>
            </a:extLst>
          </p:cNvPr>
          <p:cNvSpPr txBox="1"/>
          <p:nvPr/>
        </p:nvSpPr>
        <p:spPr>
          <a:xfrm>
            <a:off x="2095499" y="761468"/>
            <a:ext cx="5991075" cy="216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Experience in </a:t>
            </a:r>
            <a:r>
              <a:rPr lang="en-IN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.Net</a:t>
            </a: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, Cloud solutions and AI 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Enthusiastic learner and tech community contributor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8AAA8-BABB-8513-8A53-09898E266F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4154" y="826926"/>
            <a:ext cx="1498016" cy="149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3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8628-90A1-DB3B-4435-EC5D4507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60;p14">
            <a:extLst>
              <a:ext uri="{FF2B5EF4-FFF2-40B4-BE49-F238E27FC236}">
                <a16:creationId xmlns:a16="http://schemas.microsoft.com/office/drawing/2014/main" id="{BC03D7AB-3486-402D-F829-4B881AA1BBF8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Introduction</a:t>
            </a:r>
          </a:p>
        </p:txBody>
      </p:sp>
      <p:sp>
        <p:nvSpPr>
          <p:cNvPr id="1088" name="Google Shape;61;p14">
            <a:extLst>
              <a:ext uri="{FF2B5EF4-FFF2-40B4-BE49-F238E27FC236}">
                <a16:creationId xmlns:a16="http://schemas.microsoft.com/office/drawing/2014/main" id="{C79B26CA-E056-3C02-9BDC-C16D05989F19}"/>
              </a:ext>
            </a:extLst>
          </p:cNvPr>
          <p:cNvSpPr txBox="1"/>
          <p:nvPr/>
        </p:nvSpPr>
        <p:spPr>
          <a:xfrm>
            <a:off x="331799" y="2704665"/>
            <a:ext cx="5349909" cy="10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latin typeface="Roboto" panose="02000000000000000000" pitchFamily="2" charset="0"/>
                <a:ea typeface="Roboto" panose="02000000000000000000" pitchFamily="2" charset="0"/>
                <a:cs typeface="Rubik"/>
                <a:sym typeface="Rubik"/>
              </a:rPr>
              <a:t>Kishore Kumar L</a:t>
            </a:r>
            <a:endParaRPr sz="1000" b="1" dirty="0">
              <a:latin typeface="Roboto" panose="02000000000000000000" pitchFamily="2" charset="0"/>
              <a:ea typeface="Roboto" panose="02000000000000000000" pitchFamily="2" charset="0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latin typeface="Roboto Light" panose="02000000000000000000" pitchFamily="2" charset="0"/>
                <a:ea typeface="Roboto Light" panose="02000000000000000000" pitchFamily="2" charset="0"/>
                <a:cs typeface="Rubik Light"/>
                <a:sym typeface="Rubik Light"/>
              </a:rPr>
              <a:t>AI/ML Engineer @ Tiger Analytics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LinkedIn – https://www.linkedin.com/in/kishore-loga/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1090" name="Google Shape;63;p14">
            <a:extLst>
              <a:ext uri="{FF2B5EF4-FFF2-40B4-BE49-F238E27FC236}">
                <a16:creationId xmlns:a16="http://schemas.microsoft.com/office/drawing/2014/main" id="{9B650619-D231-0746-8906-E97DAC29D74C}"/>
              </a:ext>
            </a:extLst>
          </p:cNvPr>
          <p:cNvSpPr txBox="1"/>
          <p:nvPr/>
        </p:nvSpPr>
        <p:spPr>
          <a:xfrm>
            <a:off x="2394065" y="761468"/>
            <a:ext cx="5852160" cy="252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Experience in Gen AI, ML and Cloud Services</a:t>
            </a:r>
          </a:p>
          <a:p>
            <a:pPr marL="28575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Elastic User Group Chennai Community Organiser</a:t>
            </a:r>
          </a:p>
          <a:p>
            <a:pPr marL="28575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341C9-A380-BFD5-E701-4937CA55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1799" y="744377"/>
            <a:ext cx="1763700" cy="17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6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28CA-F526-9547-29FA-904A037C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4A50B906-F685-82CC-8A0F-23D162A051B0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05DC1F2A-C6CF-A556-0FC3-49E1313CF3A3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Current Situation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505D003-AA59-981A-0569-69DD5AE8E8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39622"/>
              </p:ext>
            </p:extLst>
          </p:nvPr>
        </p:nvGraphicFramePr>
        <p:xfrm>
          <a:off x="576431" y="934634"/>
          <a:ext cx="3492649" cy="3628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305A3CB-8DCF-F620-1F8B-9D97DDCCAF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300074"/>
              </p:ext>
            </p:extLst>
          </p:nvPr>
        </p:nvGraphicFramePr>
        <p:xfrm>
          <a:off x="4495800" y="1035218"/>
          <a:ext cx="4254649" cy="3879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058772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E9A2-2DEA-8ABD-0DC9-E3C24D382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9E781C83-3C0C-20A2-4697-7E9E1502FF50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42D4A161-1983-53EF-8AA6-AD11E93FB14B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Agenda - </a:t>
            </a:r>
            <a:r>
              <a:rPr lang="en-US" sz="2400" dirty="0"/>
              <a:t>today’s agenda reflects exactly that evolution.</a:t>
            </a:r>
          </a:p>
          <a:p>
            <a:r>
              <a:rPr lang="en-US" sz="2400" dirty="0"/>
              <a:t>We’re not talking about surface-level AI.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B34089F-2B49-B9EB-1D47-821EBA617D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5414273"/>
              </p:ext>
            </p:extLst>
          </p:nvPr>
        </p:nvGraphicFramePr>
        <p:xfrm>
          <a:off x="1103376" y="868680"/>
          <a:ext cx="7308300" cy="3643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869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FB92-10CE-CC03-0421-D4E108BA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DA50BAE5-EFDE-D6DB-EA02-D3A511F32A78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7C2C1FD6-3823-C276-ED1A-68163E2AAD6D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Every major technological shift created panic.</a:t>
            </a:r>
            <a:endParaRPr lang="en-GB" sz="2400" b="1" dirty="0">
              <a:solidFill>
                <a:srgbClr val="000000"/>
              </a:solidFill>
              <a:latin typeface="+mn-lt"/>
              <a:ea typeface="Rubik"/>
              <a:cs typeface="Segoe UI" panose="020B0502040204020203" pitchFamily="34" charset="0"/>
              <a:sym typeface="Rubik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8F55CDC-A354-FF63-5C21-9885F775E3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3290066"/>
              </p:ext>
            </p:extLst>
          </p:nvPr>
        </p:nvGraphicFramePr>
        <p:xfrm>
          <a:off x="576431" y="934634"/>
          <a:ext cx="4132729" cy="3628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75C9B8B-5401-F0F8-E52B-8B86C9BF13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76078"/>
              </p:ext>
            </p:extLst>
          </p:nvPr>
        </p:nvGraphicFramePr>
        <p:xfrm>
          <a:off x="4943518" y="716744"/>
          <a:ext cx="3624051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552505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362E8B59-6A50-5587-720A-A171CE153861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56D42071-F986-B577-8FE3-078BA5908C37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AC4B2-4966-6F5D-0F5B-E62C42D64AFA}"/>
              </a:ext>
            </a:extLst>
          </p:cNvPr>
          <p:cNvSpPr txBox="1"/>
          <p:nvPr/>
        </p:nvSpPr>
        <p:spPr>
          <a:xfrm>
            <a:off x="1860674" y="652063"/>
            <a:ext cx="6762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B050"/>
                </a:solidFill>
                <a:effectLst/>
                <a:latin typeface="+mn-lt"/>
              </a:rPr>
              <a:t>How can I use this tomorrow?</a:t>
            </a:r>
            <a:endParaRPr lang="en-US" sz="2800" b="0" i="0" dirty="0">
              <a:solidFill>
                <a:srgbClr val="00B050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03B1FD-C483-08B9-1973-10CE1EF4BBD3}"/>
              </a:ext>
            </a:extLst>
          </p:cNvPr>
          <p:cNvSpPr txBox="1"/>
          <p:nvPr/>
        </p:nvSpPr>
        <p:spPr>
          <a:xfrm>
            <a:off x="3985403" y="1677098"/>
            <a:ext cx="51585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5"/>
                </a:solidFill>
                <a:latin typeface="+mn-lt"/>
              </a:rPr>
              <a:t>How can I integrate this into my team’s workflow?</a:t>
            </a:r>
            <a:endParaRPr lang="en-US" sz="28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8893D-D96D-FC91-E5AD-46F60CDF7B52}"/>
              </a:ext>
            </a:extLst>
          </p:cNvPr>
          <p:cNvSpPr txBox="1"/>
          <p:nvPr/>
        </p:nvSpPr>
        <p:spPr>
          <a:xfrm>
            <a:off x="245570" y="1474457"/>
            <a:ext cx="391505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C000"/>
                </a:solidFill>
                <a:effectLst/>
                <a:latin typeface="+mn-lt"/>
              </a:rPr>
              <a:t>How can I position myself as the AI enabler in my organization?</a:t>
            </a:r>
            <a:endParaRPr lang="en-US" sz="28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23F6E-75CD-1165-7CDF-6FA125FA84BD}"/>
              </a:ext>
            </a:extLst>
          </p:cNvPr>
          <p:cNvSpPr txBox="1"/>
          <p:nvPr/>
        </p:nvSpPr>
        <p:spPr>
          <a:xfrm>
            <a:off x="1316736" y="3466402"/>
            <a:ext cx="7306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+mn-lt"/>
              </a:rPr>
              <a:t>They need people who understand</a:t>
            </a:r>
          </a:p>
          <a:p>
            <a:r>
              <a:rPr lang="en-US" sz="1800" dirty="0">
                <a:solidFill>
                  <a:srgbClr val="0070C0"/>
                </a:solidFill>
                <a:latin typeface="+mn-lt"/>
              </a:rPr>
              <a:t>Architecture, Governance, Cost, Risk, Observability, Feedback loops</a:t>
            </a:r>
            <a:r>
              <a:rPr lang="en-US" sz="1800" b="1" dirty="0">
                <a:solidFill>
                  <a:srgbClr val="0070C0"/>
                </a:solidFill>
                <a:latin typeface="+mn-lt"/>
              </a:rPr>
              <a:t> That’s leadership territory. We are not here to consume AI. We are here to engineer it.</a:t>
            </a:r>
            <a:endParaRPr lang="en-US" sz="1800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112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362E8B59-6A50-5587-720A-A171CE153861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0B9BAE-DA70-53AE-C58A-468E7569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44" y="478774"/>
            <a:ext cx="5710156" cy="373949"/>
          </a:xfrm>
        </p:spPr>
        <p:txBody>
          <a:bodyPr/>
          <a:lstStyle/>
          <a:p>
            <a:r>
              <a:rPr lang="en-US" dirty="0"/>
              <a:t>Session notes </a:t>
            </a:r>
            <a:r>
              <a:rPr lang="en-US" sz="1400" i="1" dirty="0">
                <a:solidFill>
                  <a:srgbClr val="00B050"/>
                </a:solidFill>
              </a:rPr>
              <a:t>For the best experience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B8ADBD-C157-E0AC-7F76-390E86591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66084" y="1096798"/>
            <a:ext cx="4666216" cy="3327065"/>
          </a:xfrm>
        </p:spPr>
        <p:txBody>
          <a:bodyPr/>
          <a:lstStyle/>
          <a:p>
            <a:r>
              <a:rPr lang="en-US" sz="3200" b="1" dirty="0">
                <a:solidFill>
                  <a:srgbClr val="00B050"/>
                </a:solidFill>
              </a:rPr>
              <a:t>Engage</a:t>
            </a:r>
            <a:r>
              <a:rPr lang="en-US" sz="1200" dirty="0"/>
              <a:t> during the talk, feel free to ask questions between solutions but stick to the topic Less of a talk more of a conversation 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Pls don’t leave your learnings in this room and share with others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Ask your doubts </a:t>
            </a:r>
            <a:r>
              <a:rPr lang="en-US" sz="1200" dirty="0"/>
              <a:t>Don’t hesitate to clear your doubts</a:t>
            </a:r>
          </a:p>
          <a:p>
            <a:r>
              <a:rPr lang="en-US" sz="1600" b="1" dirty="0"/>
              <a:t>Slides &amp; demo code </a:t>
            </a:r>
            <a:r>
              <a:rPr lang="en-US" sz="1200" dirty="0"/>
              <a:t>will be made available right after session</a:t>
            </a:r>
          </a:p>
          <a:p>
            <a:r>
              <a:rPr lang="en-US" sz="1200" dirty="0"/>
              <a:t>After the session is complete, feel free to </a:t>
            </a:r>
            <a:r>
              <a:rPr lang="en-US" sz="1200" b="1" dirty="0">
                <a:solidFill>
                  <a:srgbClr val="FF0000"/>
                </a:solidFill>
              </a:rPr>
              <a:t>ask off-topic questions</a:t>
            </a:r>
            <a:r>
              <a:rPr lang="en-US" sz="1200" dirty="0"/>
              <a:t> too</a:t>
            </a:r>
          </a:p>
          <a:p>
            <a:r>
              <a:rPr lang="en-US" sz="3600" b="1" dirty="0">
                <a:solidFill>
                  <a:srgbClr val="FFC000"/>
                </a:solidFill>
              </a:rPr>
              <a:t>Wish and Greet </a:t>
            </a:r>
            <a:r>
              <a:rPr lang="en-US" sz="1200" dirty="0"/>
              <a:t>your teammate and network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A42AA-0F19-C6C1-7D74-553DF23C2FDA}"/>
              </a:ext>
            </a:extLst>
          </p:cNvPr>
          <p:cNvSpPr txBox="1"/>
          <p:nvPr/>
        </p:nvSpPr>
        <p:spPr>
          <a:xfrm>
            <a:off x="311700" y="1096798"/>
            <a:ext cx="3574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B050"/>
                </a:solidFill>
              </a:rPr>
              <a:t>let’s make today practical.</a:t>
            </a:r>
            <a:br>
              <a:rPr lang="en-US" sz="1800" dirty="0">
                <a:solidFill>
                  <a:srgbClr val="00B050"/>
                </a:solidFill>
              </a:rPr>
            </a:br>
            <a:r>
              <a:rPr lang="en-US" sz="1800" dirty="0">
                <a:solidFill>
                  <a:srgbClr val="00B050"/>
                </a:solidFill>
              </a:rPr>
              <a:t>Let’s make it technical.</a:t>
            </a:r>
            <a:br>
              <a:rPr lang="en-US" sz="1800" dirty="0">
                <a:solidFill>
                  <a:srgbClr val="00B050"/>
                </a:solidFill>
              </a:rPr>
            </a:br>
            <a:r>
              <a:rPr lang="en-US" sz="1800" dirty="0">
                <a:solidFill>
                  <a:srgbClr val="00B050"/>
                </a:solidFill>
              </a:rPr>
              <a:t>Let’s make it comfortable in the best possible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Ask questions.</a:t>
            </a:r>
            <a:br>
              <a:rPr lang="en-US" sz="18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Challenge speakers.</a:t>
            </a:r>
            <a:br>
              <a:rPr lang="en-US" sz="18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Network aggressively.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B0F0"/>
                </a:solidFill>
              </a:rPr>
              <a:t>Because the next 6-12 months in AI will redefine careers.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And the people in this room? You’re positioning yourselves to be the ones driving that change.</a:t>
            </a:r>
          </a:p>
        </p:txBody>
      </p:sp>
    </p:spTree>
    <p:extLst>
      <p:ext uri="{BB962C8B-B14F-4D97-AF65-F5344CB8AC3E}">
        <p14:creationId xmlns:p14="http://schemas.microsoft.com/office/powerpoint/2010/main" val="1256254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3F85-9BF5-874E-1DF4-8652346A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F98FD63A-876E-1A3E-A127-5504E7FF736A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"/>
                <a:cs typeface="Segoe UI" panose="020B0502040204020203" pitchFamily="34" charset="0"/>
                <a:sym typeface="Rubik"/>
              </a:rPr>
              <a:t>Learning 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6CA5D-AEA8-419A-0081-F338E23DC4A3}"/>
              </a:ext>
            </a:extLst>
          </p:cNvPr>
          <p:cNvSpPr txBox="1"/>
          <p:nvPr/>
        </p:nvSpPr>
        <p:spPr>
          <a:xfrm>
            <a:off x="234675" y="730825"/>
            <a:ext cx="826646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2"/>
              </a:rPr>
              <a:t>https://learn.microsoft.com/en-us/training/modules/intro-to-azure-virtual-machines/?wt.mc_id=MVP_366034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3"/>
              </a:rPr>
              <a:t>https://developer.microsoft.com/en-us/offers/30-days-to-learn-it</a:t>
            </a: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2"/>
              </a:rPr>
              <a:t>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4"/>
              </a:rPr>
              <a:t>https://azure.microsoft.com/en-in/get-started/on-demand/?wt.mc_id=MVP_366034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5"/>
              </a:rPr>
              <a:t>https://ignite.microsoft.com/en-US/home/?wt.mc_id=MVP_366034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6"/>
              </a:rPr>
              <a:t>https://learn.microsoft.com/en-us/credentials/browse/?levels=intermediate&amp;subjects=artificial-intelligence&amp;wt.mc_id=MVP_366034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7"/>
              </a:rPr>
              <a:t>https://learn.microsoft.com/en-us/credentials/certifications/azure-fundamentals/?practice-assessment-type=certification&amp;wt.mc_id=MVP_366034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8"/>
              </a:rPr>
              <a:t>https://learn.microsoft.com/en-us/credentials/certifications/azure-ai-fundamentals/?practice-assessment-type=certification&amp;wt.mc_id=MVP_366034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9"/>
              </a:rPr>
              <a:t>https://learn.microsoft.com/en-us/credentials/certifications/azure-data-fundamentals/?practice-assessment-type=certification&amp;wt.mc_id=MVP_366034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3793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9FCE-3C53-7BF3-8B67-E8C47859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BCB05B9D-0E3D-69D9-3D6A-08964787CBEB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AB05AC91-213C-998A-331B-3A2D92001AA5}"/>
              </a:ext>
            </a:extLst>
          </p:cNvPr>
          <p:cNvSpPr txBox="1">
            <a:spLocks/>
          </p:cNvSpPr>
          <p:nvPr/>
        </p:nvSpPr>
        <p:spPr>
          <a:xfrm>
            <a:off x="2382653" y="4251163"/>
            <a:ext cx="5079197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US" sz="2400" b="1" dirty="0"/>
              <a:t>Effective ways to utilize CSPs.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C5CBBC0-FBC8-2CE0-BD57-72F62643B5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692882"/>
              </p:ext>
            </p:extLst>
          </p:nvPr>
        </p:nvGraphicFramePr>
        <p:xfrm>
          <a:off x="799381" y="84086"/>
          <a:ext cx="387320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A15DA30-8ED8-7866-6AE0-F6CA4231FA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749" y="336849"/>
            <a:ext cx="1656816" cy="1656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9E00DA-9FF7-82AC-AB6B-11C2A660F1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5626" y="2432889"/>
            <a:ext cx="1656816" cy="1656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2015C2-11ED-E145-19FD-EC1A570D94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1073" y="2432889"/>
            <a:ext cx="1656816" cy="16568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08D98B-371A-D2E1-8C55-095175632D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1434" y="327240"/>
            <a:ext cx="1656816" cy="16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9827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azconf</Template>
  <TotalTime>26902</TotalTime>
  <Words>978</Words>
  <Application>Microsoft Office PowerPoint</Application>
  <PresentationFormat>On-screen Show (16:9)</PresentationFormat>
  <Paragraphs>117</Paragraphs>
  <Slides>12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Poppins</vt:lpstr>
      <vt:lpstr>Poppins Light</vt:lpstr>
      <vt:lpstr>Rubik Light</vt:lpstr>
      <vt:lpstr>Roboto</vt:lpstr>
      <vt:lpstr>Roboto Light</vt:lpstr>
      <vt:lpstr>Segoe UI Light</vt:lpstr>
      <vt:lpstr>Arial</vt:lpstr>
      <vt:lpstr>Segoe UI</vt:lpstr>
      <vt:lpstr>Simple Light</vt:lpstr>
      <vt:lpstr>PowerPoint Presentation</vt:lpstr>
      <vt:lpstr>What we do?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notes For the best experience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Gopal, Navaneethan</dc:creator>
  <cp:lastModifiedBy>Naveen Prabhu Chinnadurai</cp:lastModifiedBy>
  <cp:revision>83</cp:revision>
  <dcterms:modified xsi:type="dcterms:W3CDTF">2026-05-08T15:59:22Z</dcterms:modified>
</cp:coreProperties>
</file>